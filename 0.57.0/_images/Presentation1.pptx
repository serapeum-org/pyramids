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B319"/>
    <a:srgbClr val="A83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BD43-DCB7-109A-5898-964D9D661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B7F37-7414-E2A5-DD30-8B214A3F8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48EDA-141B-8D2C-E89F-22D4B1F1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0E5BE-3CAA-0834-EB05-FCF8E7A3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54D61-5D0C-57BD-F572-22142B23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D176E-65FE-F9F3-3056-B8676C0D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82F47-3CD2-A5BE-B6F9-641A726D5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D3AC6-22A1-ED16-2985-131A4284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473B6-456F-0F88-1E56-034495CE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E843-0F3A-6DA0-B8E8-B70864ED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0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05A7-E182-06E7-4575-C920CC8A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7508E-3F1C-99F7-C73B-3466A0229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DBB9D-E025-5CFA-462B-926864E9B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34B4E-88C9-CEBC-1BE3-CCCE23B1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F9240-C1AF-634F-6698-E2979875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3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AB4B-DED8-E638-B307-1B3216BB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A8A3-75A8-BC33-85AF-354E8DB97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6174E-5595-1C6F-2429-504F5C7E2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BEDB-0982-4D87-207E-C170C29A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E6504-7B40-BD50-62A9-2CF8BE87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474F6-5774-FA5F-C0EE-A693B3E2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15DB-FEAB-6FAA-E05F-4A53B75E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5F3B0-23A8-BD36-2B3B-71F4FEB5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29BDC-B16F-1C54-3801-70CEC56C2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6F9D3-0E03-69F9-3400-FAD74EDA9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44CBC-5327-E880-F89C-EE7EAD71F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BDC6A-A285-CD04-3E1C-93A20B13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12920-59FC-8ED4-27AA-836F54C3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A2A80-6406-9ACA-0A5C-82CF1E7A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3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2281-43EC-4EBE-F931-CB99D01A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CDC2B-705F-7BD2-7962-46BB1952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7D744-8AEB-B538-7CE0-FC4F17EB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1DF01-49C4-BDBE-FD91-6495EB0F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1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6D140-7343-D091-FD27-A977F148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10E1D-3649-DF02-5B58-4E40CDE6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D85CD-AE9D-0CF4-15BF-4A125B5B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2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35EF-DFF6-8E04-18A7-0B5F5141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B498E-E83B-D53A-84AA-BE2402580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84CC5-D0D2-915F-ECB2-5EC96E3DD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8614D-4899-38A3-27AC-52432A5C6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59A5F-BCE0-650B-EB82-2CB2C421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0BC6A-1634-C208-D425-E57FF4FB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5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9A0C-20BA-7431-249D-C28AB384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B2A7F-31F8-2A4C-64AB-673B1A69D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E669F-5ECA-06B9-AE47-A3F17FAFB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D80F1-9A8B-F579-E3FF-72A54D85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372FA-1DEF-815E-E7A9-7AA3BA50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45081-65AB-ECC3-FD87-4357CC0C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3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2706-EB48-BEA6-2433-6EC15F6E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FA194-98F7-245D-27AA-6CCA754FC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9B3AB-B38A-F796-82B1-BDCF4D8A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22F7-2CDE-7EA8-CF0D-AB37B673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79B2-B6AB-C95D-3DB9-43EDC48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0137D-B737-4B0D-D97F-A14571CAB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915AD-5476-AA3C-E7A7-ED416102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CB01C-8C5C-71ED-4594-D1C23401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04A74-C201-D13D-6754-D1A52E6B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BAD74-74CF-3005-1082-F1E3084D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71DAD-034F-9FA8-7919-E08F90180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0814D-915E-FC4B-0F1F-927EE52F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ADE6-6BF0-9364-4A35-D908D2063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DD8B7-0CF3-453D-960D-E7D53BF064AF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6FBE9-19A6-59FF-DE96-6FE52E882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AD18-E45B-4A27-6E75-2786A72B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FEF55-3529-4B57-B31A-6998B4FEB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6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ot many rasters on the same graph, one on top of the other, using a  certain angle in R - Geographic Information Systems Stack Exchange">
            <a:extLst>
              <a:ext uri="{FF2B5EF4-FFF2-40B4-BE49-F238E27FC236}">
                <a16:creationId xmlns:a16="http://schemas.microsoft.com/office/drawing/2014/main" id="{D6BE00A2-066F-38EC-1DE1-10383E8DE7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4" t="8162" r="4489" b="1109"/>
          <a:stretch/>
        </p:blipFill>
        <p:spPr bwMode="auto">
          <a:xfrm>
            <a:off x="3059724" y="740079"/>
            <a:ext cx="5855677" cy="514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88AD14-33E1-24D1-072F-9804CEAC4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588170" y="82762"/>
            <a:ext cx="943107" cy="1314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99902A-1FEB-3FD1-4E0B-C63A19D7B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696609" y="5378662"/>
            <a:ext cx="943107" cy="1314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A8F2A7-2E22-25C3-4FA2-BCED1064DFA7}"/>
              </a:ext>
            </a:extLst>
          </p:cNvPr>
          <p:cNvSpPr txBox="1"/>
          <p:nvPr/>
        </p:nvSpPr>
        <p:spPr>
          <a:xfrm>
            <a:off x="3651647" y="74007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pic>
        <p:nvPicPr>
          <p:cNvPr id="1028" name="Picture 4" descr="Solved: [ArcScene] How to make multiple layers stacked ver... - Esri  Community">
            <a:extLst>
              <a:ext uri="{FF2B5EF4-FFF2-40B4-BE49-F238E27FC236}">
                <a16:creationId xmlns:a16="http://schemas.microsoft.com/office/drawing/2014/main" id="{D99F359C-A4F6-2006-4C4F-F050AF1AE299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8"/>
          <a:stretch/>
        </p:blipFill>
        <p:spPr bwMode="auto">
          <a:xfrm>
            <a:off x="9671538" y="3640015"/>
            <a:ext cx="2520462" cy="17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olved: [ArcScene] How to make multiple layers stacked ver... - Esri  Community">
            <a:extLst>
              <a:ext uri="{FF2B5EF4-FFF2-40B4-BE49-F238E27FC236}">
                <a16:creationId xmlns:a16="http://schemas.microsoft.com/office/drawing/2014/main" id="{E6AFEB3E-D4FB-346F-72AE-A3943CEEA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9343" y="2227743"/>
            <a:ext cx="39052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olved: [ArcScene] How to make multiple layers stacked ver... - Esri  Community">
            <a:extLst>
              <a:ext uri="{FF2B5EF4-FFF2-40B4-BE49-F238E27FC236}">
                <a16:creationId xmlns:a16="http://schemas.microsoft.com/office/drawing/2014/main" id="{81462EDE-4507-BEA4-8337-AAB02CF8FC30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8" b="17185"/>
          <a:stretch/>
        </p:blipFill>
        <p:spPr bwMode="auto">
          <a:xfrm>
            <a:off x="9157190" y="820974"/>
            <a:ext cx="2520462" cy="110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31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6CEEDFC-6763-180E-3125-63ED740F6C3F}"/>
              </a:ext>
            </a:extLst>
          </p:cNvPr>
          <p:cNvGrpSpPr/>
          <p:nvPr/>
        </p:nvGrpSpPr>
        <p:grpSpPr>
          <a:xfrm>
            <a:off x="6096000" y="1688869"/>
            <a:ext cx="1761301" cy="2395731"/>
            <a:chOff x="5420596" y="1630358"/>
            <a:chExt cx="1761301" cy="23957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362D4E-B482-55FB-271D-28CF7C4AA7DD}"/>
                </a:ext>
              </a:extLst>
            </p:cNvPr>
            <p:cNvSpPr/>
            <p:nvPr/>
          </p:nvSpPr>
          <p:spPr>
            <a:xfrm>
              <a:off x="5420596" y="2306940"/>
              <a:ext cx="1761301" cy="1719149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EE9A76-C85F-C40A-72E9-10349BD374E1}"/>
                </a:ext>
              </a:extLst>
            </p:cNvPr>
            <p:cNvSpPr/>
            <p:nvPr/>
          </p:nvSpPr>
          <p:spPr>
            <a:xfrm>
              <a:off x="5420596" y="1968649"/>
              <a:ext cx="1761301" cy="1719149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9B09CB-A6C9-0DA0-083A-7BDE417F39DA}"/>
                </a:ext>
              </a:extLst>
            </p:cNvPr>
            <p:cNvSpPr/>
            <p:nvPr/>
          </p:nvSpPr>
          <p:spPr>
            <a:xfrm>
              <a:off x="5420596" y="1630358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1D7D1D-9A7C-ED8C-7757-5C2A8DAEF018}"/>
              </a:ext>
            </a:extLst>
          </p:cNvPr>
          <p:cNvGrpSpPr/>
          <p:nvPr/>
        </p:nvGrpSpPr>
        <p:grpSpPr>
          <a:xfrm>
            <a:off x="9090634" y="1757883"/>
            <a:ext cx="2712235" cy="3373589"/>
            <a:chOff x="9090634" y="1757883"/>
            <a:chExt cx="2712235" cy="337358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9DBC24-F837-8CD8-1C82-ED3EC7EFC7CE}"/>
                </a:ext>
              </a:extLst>
            </p:cNvPr>
            <p:cNvSpPr/>
            <p:nvPr/>
          </p:nvSpPr>
          <p:spPr>
            <a:xfrm>
              <a:off x="9090635" y="3412323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6AE82A-9B38-3817-9AA8-6B682BDAFB0F}"/>
                </a:ext>
              </a:extLst>
            </p:cNvPr>
            <p:cNvSpPr/>
            <p:nvPr/>
          </p:nvSpPr>
          <p:spPr>
            <a:xfrm>
              <a:off x="9090636" y="3111576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583770E-8661-7F4C-1880-0AD8E0FA2660}"/>
                </a:ext>
              </a:extLst>
            </p:cNvPr>
            <p:cNvSpPr/>
            <p:nvPr/>
          </p:nvSpPr>
          <p:spPr>
            <a:xfrm>
              <a:off x="9090636" y="2773285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41EFD74-1FB3-17B7-2CD7-11077435C3DC}"/>
                </a:ext>
              </a:extLst>
            </p:cNvPr>
            <p:cNvSpPr/>
            <p:nvPr/>
          </p:nvSpPr>
          <p:spPr>
            <a:xfrm>
              <a:off x="9090635" y="2421147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BFC9F7-A757-36E5-E667-B31D2482F383}"/>
                </a:ext>
              </a:extLst>
            </p:cNvPr>
            <p:cNvSpPr/>
            <p:nvPr/>
          </p:nvSpPr>
          <p:spPr>
            <a:xfrm>
              <a:off x="9090635" y="2101334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4968CF-8DED-DEB1-75EE-010D364E77A5}"/>
                </a:ext>
              </a:extLst>
            </p:cNvPr>
            <p:cNvSpPr txBox="1"/>
            <p:nvPr/>
          </p:nvSpPr>
          <p:spPr>
            <a:xfrm>
              <a:off x="11252718" y="4118008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4BF0B0-08CC-98A6-2288-1248A1FB0A90}"/>
                </a:ext>
              </a:extLst>
            </p:cNvPr>
            <p:cNvSpPr txBox="1"/>
            <p:nvPr/>
          </p:nvSpPr>
          <p:spPr>
            <a:xfrm>
              <a:off x="11252718" y="3790045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2016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52B9B1-ECDC-97FE-E10C-E7C8720781C1}"/>
                </a:ext>
              </a:extLst>
            </p:cNvPr>
            <p:cNvSpPr txBox="1"/>
            <p:nvPr/>
          </p:nvSpPr>
          <p:spPr>
            <a:xfrm>
              <a:off x="11252717" y="3434640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5D3735-5F01-98F1-F563-8644D0595B02}"/>
                </a:ext>
              </a:extLst>
            </p:cNvPr>
            <p:cNvSpPr txBox="1"/>
            <p:nvPr/>
          </p:nvSpPr>
          <p:spPr>
            <a:xfrm>
              <a:off x="11252717" y="3111576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2018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CAD865C-864F-56A3-3F4B-364ED7D310D5}"/>
                </a:ext>
              </a:extLst>
            </p:cNvPr>
            <p:cNvSpPr txBox="1"/>
            <p:nvPr/>
          </p:nvSpPr>
          <p:spPr>
            <a:xfrm>
              <a:off x="11252716" y="2800144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2019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A5F46B3-04ED-4D31-A73E-AB7EEA47F9C2}"/>
                </a:ext>
              </a:extLst>
            </p:cNvPr>
            <p:cNvSpPr/>
            <p:nvPr/>
          </p:nvSpPr>
          <p:spPr>
            <a:xfrm>
              <a:off x="9090634" y="1757883"/>
              <a:ext cx="1761301" cy="171914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A3003C-10C7-B6DD-53A8-D17DA990A77E}"/>
                </a:ext>
              </a:extLst>
            </p:cNvPr>
            <p:cNvSpPr txBox="1"/>
            <p:nvPr/>
          </p:nvSpPr>
          <p:spPr>
            <a:xfrm>
              <a:off x="11252716" y="2514218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2020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6AF8B9-4064-97F3-8E18-E7C09DB8D6CD}"/>
              </a:ext>
            </a:extLst>
          </p:cNvPr>
          <p:cNvGrpSpPr/>
          <p:nvPr/>
        </p:nvGrpSpPr>
        <p:grpSpPr>
          <a:xfrm>
            <a:off x="-352011" y="1105546"/>
            <a:ext cx="2311532" cy="1227414"/>
            <a:chOff x="3298921" y="640662"/>
            <a:chExt cx="2311532" cy="122741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9A9CCA-B124-6C22-6602-EFC9D77E3A24}"/>
                </a:ext>
              </a:extLst>
            </p:cNvPr>
            <p:cNvSpPr/>
            <p:nvPr/>
          </p:nvSpPr>
          <p:spPr>
            <a:xfrm>
              <a:off x="3762844" y="835561"/>
              <a:ext cx="938008" cy="1032515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F8CCE9-8C72-32F8-F002-03560E3C74BD}"/>
                </a:ext>
              </a:extLst>
            </p:cNvPr>
            <p:cNvSpPr/>
            <p:nvPr/>
          </p:nvSpPr>
          <p:spPr>
            <a:xfrm>
              <a:off x="3814578" y="640662"/>
              <a:ext cx="938008" cy="1032515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FB8858-D55E-75F4-9492-5B9A2974D4A9}"/>
                </a:ext>
              </a:extLst>
            </p:cNvPr>
            <p:cNvSpPr/>
            <p:nvPr/>
          </p:nvSpPr>
          <p:spPr>
            <a:xfrm>
              <a:off x="3298921" y="700449"/>
              <a:ext cx="938008" cy="10325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DDD3C0-CDF3-6671-EFC5-61B7719F3AC0}"/>
                </a:ext>
              </a:extLst>
            </p:cNvPr>
            <p:cNvSpPr txBox="1"/>
            <p:nvPr/>
          </p:nvSpPr>
          <p:spPr>
            <a:xfrm>
              <a:off x="5060302" y="115390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2019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7A23C6-FC12-2AD3-DA11-FF2ED2C5F15F}"/>
              </a:ext>
            </a:extLst>
          </p:cNvPr>
          <p:cNvGrpSpPr/>
          <p:nvPr/>
        </p:nvGrpSpPr>
        <p:grpSpPr>
          <a:xfrm>
            <a:off x="-1113833" y="2249618"/>
            <a:ext cx="2311532" cy="1227414"/>
            <a:chOff x="3298921" y="640662"/>
            <a:chExt cx="2311532" cy="122741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0E504A-626B-35FF-C08E-DCACAD133E3F}"/>
                </a:ext>
              </a:extLst>
            </p:cNvPr>
            <p:cNvSpPr/>
            <p:nvPr/>
          </p:nvSpPr>
          <p:spPr>
            <a:xfrm>
              <a:off x="3762844" y="835561"/>
              <a:ext cx="938008" cy="1032515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B534318-B0DE-BE8E-4EBF-0E59734BFF70}"/>
                </a:ext>
              </a:extLst>
            </p:cNvPr>
            <p:cNvSpPr/>
            <p:nvPr/>
          </p:nvSpPr>
          <p:spPr>
            <a:xfrm>
              <a:off x="3814578" y="640662"/>
              <a:ext cx="938008" cy="1032515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E014732-0145-0A3F-B023-D5DF251BEFE0}"/>
                </a:ext>
              </a:extLst>
            </p:cNvPr>
            <p:cNvSpPr/>
            <p:nvPr/>
          </p:nvSpPr>
          <p:spPr>
            <a:xfrm>
              <a:off x="3298921" y="700449"/>
              <a:ext cx="938008" cy="10325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824AD4E-62CF-621B-3DCE-73624465E8A6}"/>
                </a:ext>
              </a:extLst>
            </p:cNvPr>
            <p:cNvSpPr txBox="1"/>
            <p:nvPr/>
          </p:nvSpPr>
          <p:spPr>
            <a:xfrm>
              <a:off x="5060302" y="115390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2018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AB5CFD-16B4-DC0C-7167-C70D5F701063}"/>
              </a:ext>
            </a:extLst>
          </p:cNvPr>
          <p:cNvGrpSpPr/>
          <p:nvPr/>
        </p:nvGrpSpPr>
        <p:grpSpPr>
          <a:xfrm>
            <a:off x="-971469" y="3787361"/>
            <a:ext cx="2311532" cy="1227414"/>
            <a:chOff x="3298921" y="640662"/>
            <a:chExt cx="2311532" cy="122741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2DE163C-9706-6B52-9650-4EDA90819527}"/>
                </a:ext>
              </a:extLst>
            </p:cNvPr>
            <p:cNvSpPr/>
            <p:nvPr/>
          </p:nvSpPr>
          <p:spPr>
            <a:xfrm>
              <a:off x="3762844" y="835561"/>
              <a:ext cx="938008" cy="1032515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7ED416-4280-A7F3-E5B4-7C251DAB07BC}"/>
                </a:ext>
              </a:extLst>
            </p:cNvPr>
            <p:cNvSpPr/>
            <p:nvPr/>
          </p:nvSpPr>
          <p:spPr>
            <a:xfrm>
              <a:off x="3814578" y="640662"/>
              <a:ext cx="938008" cy="1032515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90E4516-FB2E-35F2-AB20-43DB065A1132}"/>
                </a:ext>
              </a:extLst>
            </p:cNvPr>
            <p:cNvSpPr/>
            <p:nvPr/>
          </p:nvSpPr>
          <p:spPr>
            <a:xfrm>
              <a:off x="3298921" y="700449"/>
              <a:ext cx="938008" cy="10325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8AD3CDF-B820-5800-6DEF-948AFB2C401B}"/>
                </a:ext>
              </a:extLst>
            </p:cNvPr>
            <p:cNvSpPr txBox="1"/>
            <p:nvPr/>
          </p:nvSpPr>
          <p:spPr>
            <a:xfrm>
              <a:off x="5060302" y="115390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35C629-37A3-DB1F-2A1A-71EA1CCBFD68}"/>
              </a:ext>
            </a:extLst>
          </p:cNvPr>
          <p:cNvGrpSpPr/>
          <p:nvPr/>
        </p:nvGrpSpPr>
        <p:grpSpPr>
          <a:xfrm>
            <a:off x="-490384" y="5249779"/>
            <a:ext cx="2311532" cy="1227414"/>
            <a:chOff x="3298921" y="640662"/>
            <a:chExt cx="2311532" cy="1227414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7695C5-5341-438B-C2D6-74E4545DA059}"/>
                </a:ext>
              </a:extLst>
            </p:cNvPr>
            <p:cNvSpPr/>
            <p:nvPr/>
          </p:nvSpPr>
          <p:spPr>
            <a:xfrm>
              <a:off x="3762844" y="835561"/>
              <a:ext cx="938008" cy="1032515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D095BE-667E-35C2-EAFC-3BF719301A55}"/>
                </a:ext>
              </a:extLst>
            </p:cNvPr>
            <p:cNvSpPr/>
            <p:nvPr/>
          </p:nvSpPr>
          <p:spPr>
            <a:xfrm>
              <a:off x="3814578" y="640662"/>
              <a:ext cx="938008" cy="1032515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4068B42-A7F7-6591-EC34-283DFB288F42}"/>
                </a:ext>
              </a:extLst>
            </p:cNvPr>
            <p:cNvSpPr/>
            <p:nvPr/>
          </p:nvSpPr>
          <p:spPr>
            <a:xfrm>
              <a:off x="3298921" y="700449"/>
              <a:ext cx="938008" cy="10325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649E7FA-8466-E4F5-0C18-1B668147982E}"/>
                </a:ext>
              </a:extLst>
            </p:cNvPr>
            <p:cNvSpPr txBox="1"/>
            <p:nvPr/>
          </p:nvSpPr>
          <p:spPr>
            <a:xfrm>
              <a:off x="5060302" y="115390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2016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112A0EA-D459-ED1F-6C78-A163DD31A49C}"/>
              </a:ext>
            </a:extLst>
          </p:cNvPr>
          <p:cNvGrpSpPr/>
          <p:nvPr/>
        </p:nvGrpSpPr>
        <p:grpSpPr>
          <a:xfrm>
            <a:off x="1409370" y="5998028"/>
            <a:ext cx="2311532" cy="1227414"/>
            <a:chOff x="3298921" y="640662"/>
            <a:chExt cx="2311532" cy="12274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8103CB9-F68E-8E4A-B8CF-F355322497FC}"/>
                </a:ext>
              </a:extLst>
            </p:cNvPr>
            <p:cNvSpPr/>
            <p:nvPr/>
          </p:nvSpPr>
          <p:spPr>
            <a:xfrm>
              <a:off x="3762844" y="835561"/>
              <a:ext cx="938008" cy="1032515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9793D02-DCEF-4D21-7C37-90CF263F6BE7}"/>
                </a:ext>
              </a:extLst>
            </p:cNvPr>
            <p:cNvSpPr/>
            <p:nvPr/>
          </p:nvSpPr>
          <p:spPr>
            <a:xfrm>
              <a:off x="3814578" y="640662"/>
              <a:ext cx="938008" cy="1032515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71D4DE0-CF26-0DFF-1820-CD02F0F19FDD}"/>
                </a:ext>
              </a:extLst>
            </p:cNvPr>
            <p:cNvSpPr/>
            <p:nvPr/>
          </p:nvSpPr>
          <p:spPr>
            <a:xfrm>
              <a:off x="3298921" y="700449"/>
              <a:ext cx="938008" cy="10325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9719A58-7D2B-38B9-C450-DFDFF643D719}"/>
                </a:ext>
              </a:extLst>
            </p:cNvPr>
            <p:cNvSpPr txBox="1"/>
            <p:nvPr/>
          </p:nvSpPr>
          <p:spPr>
            <a:xfrm>
              <a:off x="5060302" y="115390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2015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5A77009-78F7-2044-794E-485BF73CF10D}"/>
              </a:ext>
            </a:extLst>
          </p:cNvPr>
          <p:cNvGrpSpPr/>
          <p:nvPr/>
        </p:nvGrpSpPr>
        <p:grpSpPr>
          <a:xfrm>
            <a:off x="991375" y="-2493"/>
            <a:ext cx="2311532" cy="1227414"/>
            <a:chOff x="3298921" y="640662"/>
            <a:chExt cx="2311532" cy="1227414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C12755E-74CB-1ED0-BD37-3B497AE7E937}"/>
                </a:ext>
              </a:extLst>
            </p:cNvPr>
            <p:cNvSpPr/>
            <p:nvPr/>
          </p:nvSpPr>
          <p:spPr>
            <a:xfrm>
              <a:off x="3762844" y="835561"/>
              <a:ext cx="938008" cy="1032515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C64ECAC-1402-D33B-D08F-2B9CB8AF6159}"/>
                </a:ext>
              </a:extLst>
            </p:cNvPr>
            <p:cNvSpPr/>
            <p:nvPr/>
          </p:nvSpPr>
          <p:spPr>
            <a:xfrm>
              <a:off x="3814578" y="640662"/>
              <a:ext cx="938008" cy="1032515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093979C-4F52-AF00-EFBE-00896A91902F}"/>
                </a:ext>
              </a:extLst>
            </p:cNvPr>
            <p:cNvSpPr/>
            <p:nvPr/>
          </p:nvSpPr>
          <p:spPr>
            <a:xfrm>
              <a:off x="3298921" y="700449"/>
              <a:ext cx="938008" cy="10325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2C9CC1A-A18F-3EC4-D733-DD558BFC6828}"/>
                </a:ext>
              </a:extLst>
            </p:cNvPr>
            <p:cNvSpPr txBox="1"/>
            <p:nvPr/>
          </p:nvSpPr>
          <p:spPr>
            <a:xfrm>
              <a:off x="5060302" y="1153907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2020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48867F-DA48-D283-14BB-1AE197346CB8}"/>
              </a:ext>
            </a:extLst>
          </p:cNvPr>
          <p:cNvSpPr txBox="1"/>
          <p:nvPr/>
        </p:nvSpPr>
        <p:spPr>
          <a:xfrm>
            <a:off x="5091559" y="2394554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Band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6C604-EBDE-EBC7-6DFE-F950F43CF8AE}"/>
              </a:ext>
            </a:extLst>
          </p:cNvPr>
          <p:cNvSpPr txBox="1"/>
          <p:nvPr/>
        </p:nvSpPr>
        <p:spPr>
          <a:xfrm>
            <a:off x="5091559" y="307113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Band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24A93-06C3-556A-864F-8433D6E6C50D}"/>
              </a:ext>
            </a:extLst>
          </p:cNvPr>
          <p:cNvSpPr txBox="1"/>
          <p:nvPr/>
        </p:nvSpPr>
        <p:spPr>
          <a:xfrm>
            <a:off x="5091559" y="2723717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Band 2</a:t>
            </a:r>
          </a:p>
        </p:txBody>
      </p:sp>
    </p:spTree>
    <p:extLst>
      <p:ext uri="{BB962C8B-B14F-4D97-AF65-F5344CB8AC3E}">
        <p14:creationId xmlns:p14="http://schemas.microsoft.com/office/powerpoint/2010/main" val="47408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5EACD4-FC4A-7D09-2C89-2AA559621A47}"/>
              </a:ext>
            </a:extLst>
          </p:cNvPr>
          <p:cNvGrpSpPr/>
          <p:nvPr/>
        </p:nvGrpSpPr>
        <p:grpSpPr>
          <a:xfrm>
            <a:off x="4022968" y="2039629"/>
            <a:ext cx="3130063" cy="4124080"/>
            <a:chOff x="5420596" y="1604255"/>
            <a:chExt cx="1761301" cy="24218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DBCF6F-0CC1-99A9-3E39-245D688BA0DE}"/>
                </a:ext>
              </a:extLst>
            </p:cNvPr>
            <p:cNvSpPr/>
            <p:nvPr/>
          </p:nvSpPr>
          <p:spPr>
            <a:xfrm>
              <a:off x="5420596" y="2306940"/>
              <a:ext cx="1761301" cy="1719149"/>
            </a:xfrm>
            <a:prstGeom prst="rect">
              <a:avLst/>
            </a:prstGeom>
            <a:solidFill>
              <a:srgbClr val="A8372E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F081AB-4A9F-6CFF-1123-49324585EE86}"/>
                </a:ext>
              </a:extLst>
            </p:cNvPr>
            <p:cNvSpPr/>
            <p:nvPr/>
          </p:nvSpPr>
          <p:spPr>
            <a:xfrm>
              <a:off x="5420596" y="1968649"/>
              <a:ext cx="1761301" cy="1719149"/>
            </a:xfrm>
            <a:prstGeom prst="rect">
              <a:avLst/>
            </a:prstGeom>
            <a:solidFill>
              <a:srgbClr val="6DB319"/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0A4141-D138-9624-6B55-8EF835C83DA7}"/>
                </a:ext>
              </a:extLst>
            </p:cNvPr>
            <p:cNvSpPr/>
            <p:nvPr/>
          </p:nvSpPr>
          <p:spPr>
            <a:xfrm>
              <a:off x="5479416" y="1604255"/>
              <a:ext cx="1702481" cy="1746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A5BF78A-1C9B-7200-A8C1-7A755C8B70E9}"/>
              </a:ext>
            </a:extLst>
          </p:cNvPr>
          <p:cNvSpPr/>
          <p:nvPr/>
        </p:nvSpPr>
        <p:spPr>
          <a:xfrm rot="718294">
            <a:off x="4512286" y="3678115"/>
            <a:ext cx="262707" cy="25140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scene3d>
            <a:camera prst="isometricTopUp">
              <a:rot lat="19200000" lon="19800000" rev="3609745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6FB746-39B4-7AC7-D11B-C90CF0DA3004}"/>
              </a:ext>
            </a:extLst>
          </p:cNvPr>
          <p:cNvGrpSpPr/>
          <p:nvPr/>
        </p:nvGrpSpPr>
        <p:grpSpPr>
          <a:xfrm>
            <a:off x="5274034" y="2312743"/>
            <a:ext cx="703598" cy="2422178"/>
            <a:chOff x="3686534" y="2386975"/>
            <a:chExt cx="703598" cy="242217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7AFAD0-DCC3-45FE-E110-BB60A550EC05}"/>
                </a:ext>
              </a:extLst>
            </p:cNvPr>
            <p:cNvSpPr/>
            <p:nvPr/>
          </p:nvSpPr>
          <p:spPr>
            <a:xfrm>
              <a:off x="3829050" y="2386975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C34F7E-1227-62E5-68CF-18E9D494D12E}"/>
                </a:ext>
              </a:extLst>
            </p:cNvPr>
            <p:cNvSpPr/>
            <p:nvPr/>
          </p:nvSpPr>
          <p:spPr>
            <a:xfrm>
              <a:off x="3782318" y="2710438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D53A1F-67F7-0D64-C17C-163BEC151749}"/>
                </a:ext>
              </a:extLst>
            </p:cNvPr>
            <p:cNvSpPr/>
            <p:nvPr/>
          </p:nvSpPr>
          <p:spPr>
            <a:xfrm>
              <a:off x="3735586" y="3021775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B549F4-E631-F38C-23C7-2EFE1247051A}"/>
                </a:ext>
              </a:extLst>
            </p:cNvPr>
            <p:cNvSpPr/>
            <p:nvPr/>
          </p:nvSpPr>
          <p:spPr>
            <a:xfrm>
              <a:off x="3686534" y="3341593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CA50C0-36E8-E317-A909-10E49DC2AA09}"/>
                </a:ext>
              </a:extLst>
            </p:cNvPr>
            <p:cNvSpPr/>
            <p:nvPr/>
          </p:nvSpPr>
          <p:spPr>
            <a:xfrm>
              <a:off x="3953768" y="3491043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2FD5C3-C7B3-597C-2917-919E833EE231}"/>
                </a:ext>
              </a:extLst>
            </p:cNvPr>
            <p:cNvSpPr/>
            <p:nvPr/>
          </p:nvSpPr>
          <p:spPr>
            <a:xfrm>
              <a:off x="3912284" y="3823900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4EB813-9369-3165-B3EF-4A6CC5662FCB}"/>
                </a:ext>
              </a:extLst>
            </p:cNvPr>
            <p:cNvSpPr/>
            <p:nvPr/>
          </p:nvSpPr>
          <p:spPr>
            <a:xfrm>
              <a:off x="3870800" y="4129561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99BDB0-4D0D-EBC7-CF50-177D79584259}"/>
                </a:ext>
              </a:extLst>
            </p:cNvPr>
            <p:cNvSpPr/>
            <p:nvPr/>
          </p:nvSpPr>
          <p:spPr>
            <a:xfrm>
              <a:off x="3829050" y="4457152"/>
              <a:ext cx="436364" cy="352001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Cylinder 16">
            <a:extLst>
              <a:ext uri="{FF2B5EF4-FFF2-40B4-BE49-F238E27FC236}">
                <a16:creationId xmlns:a16="http://schemas.microsoft.com/office/drawing/2014/main" id="{68F70197-8E79-5013-979C-970380D17BD3}"/>
              </a:ext>
            </a:extLst>
          </p:cNvPr>
          <p:cNvSpPr/>
          <p:nvPr/>
        </p:nvSpPr>
        <p:spPr>
          <a:xfrm>
            <a:off x="4560289" y="4347959"/>
            <a:ext cx="211736" cy="35200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0ACE85-A950-E6FC-D353-70B4D3E9BEB9}"/>
              </a:ext>
            </a:extLst>
          </p:cNvPr>
          <p:cNvCxnSpPr>
            <a:cxnSpLocks/>
          </p:cNvCxnSpPr>
          <p:nvPr/>
        </p:nvCxnSpPr>
        <p:spPr>
          <a:xfrm flipV="1">
            <a:off x="4767594" y="4273072"/>
            <a:ext cx="0" cy="109848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BB084C-B124-4C53-4E8D-B0AA07CB2FBF}"/>
              </a:ext>
            </a:extLst>
          </p:cNvPr>
          <p:cNvCxnSpPr>
            <a:cxnSpLocks/>
          </p:cNvCxnSpPr>
          <p:nvPr/>
        </p:nvCxnSpPr>
        <p:spPr>
          <a:xfrm flipV="1">
            <a:off x="4555858" y="4123893"/>
            <a:ext cx="0" cy="24593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719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302CC6-5396-06B8-C88E-533BF632A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E0999A4-DF55-11CE-C29C-06FD817573E9}"/>
              </a:ext>
            </a:extLst>
          </p:cNvPr>
          <p:cNvSpPr txBox="1"/>
          <p:nvPr/>
        </p:nvSpPr>
        <p:spPr>
          <a:xfrm>
            <a:off x="2833906" y="5403421"/>
            <a:ext cx="1108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Raster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F3358-B479-C7C8-2AA2-AC002C8A6255}"/>
              </a:ext>
            </a:extLst>
          </p:cNvPr>
          <p:cNvSpPr txBox="1"/>
          <p:nvPr/>
        </p:nvSpPr>
        <p:spPr>
          <a:xfrm>
            <a:off x="8338314" y="5403421"/>
            <a:ext cx="1335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Polygon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417872-3EC4-3E8B-2B9E-8717D2226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29" y="1390364"/>
            <a:ext cx="3972479" cy="39915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4F43B0-B073-B9A5-1259-24720813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88" y="1390364"/>
            <a:ext cx="3991532" cy="40105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936091-8DE1-5B9A-5677-407657554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208" y="4186527"/>
            <a:ext cx="132416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6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088756-E891-595C-C357-C21A234A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52" y="1296642"/>
            <a:ext cx="4582030" cy="426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6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FB08FF-A6E8-D04D-67BA-BB5F874C4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066" y="1134208"/>
            <a:ext cx="5257345" cy="4862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092254-13C5-5BA8-B15F-9D0BDAE72A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0221"/>
          <a:stretch/>
        </p:blipFill>
        <p:spPr>
          <a:xfrm>
            <a:off x="6346070" y="4377005"/>
            <a:ext cx="1575799" cy="15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6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79218D-C69C-8A26-FAFF-0A2944FB8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008" y="0"/>
            <a:ext cx="7453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3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4475F5-A211-B6F3-FC26-0B2D79ED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522" y="1849937"/>
            <a:ext cx="4794535" cy="4462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09F7D6-B6AF-F088-A810-7E94191B3C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0221"/>
          <a:stretch/>
        </p:blipFill>
        <p:spPr>
          <a:xfrm>
            <a:off x="7955062" y="4693528"/>
            <a:ext cx="1575799" cy="15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5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7F4BC1-C2B0-1657-AAA3-903921D9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376" y="2488222"/>
            <a:ext cx="1596868" cy="3006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5F07F-4FDD-13D2-0CE0-9F1ABDDA3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244" y="2488222"/>
            <a:ext cx="1558157" cy="20046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94006B-C895-5428-B9A2-05B0B7B16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244" y="4393259"/>
            <a:ext cx="1596868" cy="11019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420448-9C0F-698A-0CAF-3230B76AD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401" y="2488222"/>
            <a:ext cx="1558156" cy="200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1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itHub - Unidata/netcdf4-python: netcdf4-python: python/numpy interface to  the netCDF C library">
            <a:extLst>
              <a:ext uri="{FF2B5EF4-FFF2-40B4-BE49-F238E27FC236}">
                <a16:creationId xmlns:a16="http://schemas.microsoft.com/office/drawing/2014/main" id="{582F8149-D40C-48DD-442B-26E3FDC60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2" t="11690" r="5807" b="27629"/>
          <a:stretch/>
        </p:blipFill>
        <p:spPr bwMode="auto">
          <a:xfrm>
            <a:off x="3161245" y="4410230"/>
            <a:ext cx="3091395" cy="103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oTiff - LuminFire">
            <a:extLst>
              <a:ext uri="{FF2B5EF4-FFF2-40B4-BE49-F238E27FC236}">
                <a16:creationId xmlns:a16="http://schemas.microsoft.com/office/drawing/2014/main" id="{A06B37D8-5D03-D971-94A8-29BA3F4AE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430" y="2489125"/>
            <a:ext cx="2982125" cy="168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xarray - NumFOCUS">
            <a:extLst>
              <a:ext uri="{FF2B5EF4-FFF2-40B4-BE49-F238E27FC236}">
                <a16:creationId xmlns:a16="http://schemas.microsoft.com/office/drawing/2014/main" id="{1BEFA432-A069-7E18-E2E4-7B0252B96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8" t="7099" r="7074" b="5201"/>
          <a:stretch/>
        </p:blipFill>
        <p:spPr bwMode="auto">
          <a:xfrm>
            <a:off x="3161245" y="859763"/>
            <a:ext cx="2472267" cy="250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65534D-C53C-69C7-26F9-E5D1627C4DD7}"/>
              </a:ext>
            </a:extLst>
          </p:cNvPr>
          <p:cNvSpPr txBox="1"/>
          <p:nvPr/>
        </p:nvSpPr>
        <p:spPr>
          <a:xfrm>
            <a:off x="3161245" y="3492191"/>
            <a:ext cx="2277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Rasterio</a:t>
            </a:r>
          </a:p>
        </p:txBody>
      </p:sp>
      <p:pic>
        <p:nvPicPr>
          <p:cNvPr id="1032" name="Picture 8" descr="New Unidata Software Logos">
            <a:extLst>
              <a:ext uri="{FF2B5EF4-FFF2-40B4-BE49-F238E27FC236}">
                <a16:creationId xmlns:a16="http://schemas.microsoft.com/office/drawing/2014/main" id="{EA41A3D5-A9EF-750C-9CE8-0C2EA4C2B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480" y="837547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DAL SVG Vector Logos - Vector Logo Zone">
            <a:extLst>
              <a:ext uri="{FF2B5EF4-FFF2-40B4-BE49-F238E27FC236}">
                <a16:creationId xmlns:a16="http://schemas.microsoft.com/office/drawing/2014/main" id="{F4B02AC0-73EB-D67C-01FA-89F9DE2AE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9" y="2036642"/>
            <a:ext cx="5173134" cy="258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24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6928-F5E6-78E8-AFA4-2223BB6B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DC1E-D6D8-9F7E-31E9-8387BF8AC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DE89C-35D6-8C8E-402C-32C5858B1E7C}"/>
              </a:ext>
            </a:extLst>
          </p:cNvPr>
          <p:cNvSpPr txBox="1"/>
          <p:nvPr/>
        </p:nvSpPr>
        <p:spPr>
          <a:xfrm>
            <a:off x="7154333" y="1964796"/>
            <a:ext cx="227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Rasterio</a:t>
            </a:r>
          </a:p>
        </p:txBody>
      </p:sp>
      <p:pic>
        <p:nvPicPr>
          <p:cNvPr id="5" name="Picture 4" descr="GitHub - Unidata/netcdf4-python: netcdf4-python: python/numpy interface to  the netCDF C library">
            <a:extLst>
              <a:ext uri="{FF2B5EF4-FFF2-40B4-BE49-F238E27FC236}">
                <a16:creationId xmlns:a16="http://schemas.microsoft.com/office/drawing/2014/main" id="{AC8573C6-C7F9-F224-8125-E1666B390D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2" t="11690" r="5807" b="27629"/>
          <a:stretch/>
        </p:blipFill>
        <p:spPr bwMode="auto">
          <a:xfrm>
            <a:off x="1121433" y="1027907"/>
            <a:ext cx="10333967" cy="346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754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Mostafa Farrag</dc:creator>
  <cp:lastModifiedBy>Mostafa Farrag</cp:lastModifiedBy>
  <cp:revision>9</cp:revision>
  <dcterms:created xsi:type="dcterms:W3CDTF">2023-03-29T19:39:23Z</dcterms:created>
  <dcterms:modified xsi:type="dcterms:W3CDTF">2023-05-04T18:00:15Z</dcterms:modified>
</cp:coreProperties>
</file>