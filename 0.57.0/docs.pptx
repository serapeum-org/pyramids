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EFA4A-E065-35AD-F68D-EAD6A9FED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4D1CC8-02C9-6FEB-BEA9-3BBF7DA0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BE45D-A528-ADF5-F665-64DDD3533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0E7E7-233B-2391-8D26-92DA30451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2FEDE-9D40-BB17-3865-61252EAF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57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74E0-3013-7D5C-CEB6-BC1CAD1E0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FB6AD-5CB5-79F7-4B9F-3C1B309AB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3FE12-7676-E636-CF5E-CA926CD7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43053-E545-B0E4-E072-8595DA758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16FBD-5F1A-86E2-B6C6-B258967F0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82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5D4A5-6BA2-5E93-11F9-B24DC352C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71E1B-C57E-90AF-66B2-73F154BF0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6FD66-4392-B6E2-D299-17772BD3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2DD96-0B60-5DAC-8B7F-CE6F50B1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1A328-E9BC-E3E6-2CBD-6776D429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23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157BE-E2CF-D604-C334-49AB7F01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592C3-F4F2-6640-E275-84831AB78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31682-CC06-0496-51DB-15B194829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3DA1C-F410-BE1F-FC67-53504B83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1E23C-1C0A-77C3-5562-C5833F9A6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791F4-5CED-E582-DB80-65E97AF5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43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83DCA-DF29-1964-9E5A-AD0E9261B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19865-4F27-244D-0A57-3BAE6DB66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7824C-1D5F-AA1E-4826-625658BD0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8DB92-D4B8-6A18-9C88-206DAD0AC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4BFE4-5F66-B85F-1AEA-42413E126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D19C37-9635-F5F2-3991-0A0BAA4D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DEE96-7E9A-5F4C-06C8-BA5556DF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5A7E8-56FE-7135-1A8A-1F7A1512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87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318A1-71D5-A00F-F974-AB8E4181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368BB-36E6-3E86-35DB-CD784005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D38E4E-F39C-10D0-B55A-80F2355E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61FB0-9AAF-8A62-AF22-A70FE5A5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56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06D05A-77B1-9EB4-40F8-99F87EF1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1B12B-BD03-AE4E-0C61-E681E827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AED2A-1BDB-FB01-9B01-C99FECFB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00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ED3DE-EDD0-E763-2F11-51EDBCF1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55B0-3150-C0B7-55A7-755015DBD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9054A-C1AB-DCBB-1F91-1DBBF2D80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734A0-E95F-69C0-2ED5-6919670F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0EBA0-E994-3277-B4E2-FE396778F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EC8D4-75EA-7B6F-7CC7-3E91DB7E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2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EE33-1371-99B0-130B-B87862F8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4818C-C77E-F6BC-BBB2-E05943452C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21ADA-838B-5D7D-DC13-31853CBF7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6196F1-FA8E-F13B-0A18-CC83F3393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46DFD-1AC0-1422-3444-03B9E9170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A0C30-872B-0B15-B259-4FAFA51D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9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8E0F-1DB0-8CDE-B07C-17432AA39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B3DD8-C5EB-064C-F2E3-DE9196B61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5A5FD-4440-CA22-A275-B417F6E1B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16153-4EF7-703F-9603-7ED53A22F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5BEFE-2004-8AF5-2434-39810547E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6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D4039-B5E3-9F5A-D551-CF0D2CA71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FC30C-AC1D-0BC8-1C3E-E95DB0272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E3C87-2485-0C41-3B8F-6BAB9E35F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69716-B495-7028-7D6E-C1CAF3C3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77533-8AC0-1328-49B5-6089F4EF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163D9-A9AB-95A6-1256-6A3EF34B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81A15-29D3-32E2-802D-14EBFEE2F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0F20B-2C8E-CD1F-2034-049B4BED9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20306-0203-4F19-858F-A2805870A57E}" type="datetimeFigureOut">
              <a:rPr lang="en-US" smtClean="0"/>
              <a:t>30-Jun-24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78E5F-8679-F426-E920-2422F8DD8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B4B8A-F84E-2AF6-5CD7-06CB7C62C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150A-D2C5-40BD-9F5E-A3BE53E85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76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roup 214">
            <a:extLst>
              <a:ext uri="{FF2B5EF4-FFF2-40B4-BE49-F238E27FC236}">
                <a16:creationId xmlns:a16="http://schemas.microsoft.com/office/drawing/2014/main" id="{F7C91B41-2490-7B25-9F99-0B7AE36A5010}"/>
              </a:ext>
            </a:extLst>
          </p:cNvPr>
          <p:cNvGrpSpPr/>
          <p:nvPr/>
        </p:nvGrpSpPr>
        <p:grpSpPr>
          <a:xfrm>
            <a:off x="3114322" y="1557672"/>
            <a:ext cx="5096183" cy="4654600"/>
            <a:chOff x="2358672" y="1392572"/>
            <a:chExt cx="5096183" cy="4654600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6AC3161-F5C2-4ABB-B4F2-7AFD701ACF1F}"/>
                </a:ext>
              </a:extLst>
            </p:cNvPr>
            <p:cNvGrpSpPr/>
            <p:nvPr/>
          </p:nvGrpSpPr>
          <p:grpSpPr>
            <a:xfrm>
              <a:off x="2362184" y="1392572"/>
              <a:ext cx="2181070" cy="2144732"/>
              <a:chOff x="2362184" y="1392572"/>
              <a:chExt cx="2181070" cy="214473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435FD64-FA34-0061-13DE-327C8770F4F4}"/>
                  </a:ext>
                </a:extLst>
              </p:cNvPr>
              <p:cNvSpPr/>
              <p:nvPr/>
            </p:nvSpPr>
            <p:spPr>
              <a:xfrm>
                <a:off x="2365695" y="139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3B3631-426F-06EA-3E7A-753A40DEDC15}"/>
                  </a:ext>
                </a:extLst>
              </p:cNvPr>
              <p:cNvSpPr/>
              <p:nvPr/>
            </p:nvSpPr>
            <p:spPr>
              <a:xfrm>
                <a:off x="4183254" y="139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6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39D4312-C8FF-0184-2B48-CF3EBD8DA0F5}"/>
                  </a:ext>
                </a:extLst>
              </p:cNvPr>
              <p:cNvSpPr/>
              <p:nvPr/>
            </p:nvSpPr>
            <p:spPr>
              <a:xfrm>
                <a:off x="2729207" y="139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2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311BC0-298D-A2E9-731B-986C3C00D126}"/>
                  </a:ext>
                </a:extLst>
              </p:cNvPr>
              <p:cNvSpPr/>
              <p:nvPr/>
            </p:nvSpPr>
            <p:spPr>
              <a:xfrm>
                <a:off x="3092719" y="139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3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4602E27-F67C-A713-44DE-D93B4C3A70B1}"/>
                  </a:ext>
                </a:extLst>
              </p:cNvPr>
              <p:cNvSpPr/>
              <p:nvPr/>
            </p:nvSpPr>
            <p:spPr>
              <a:xfrm>
                <a:off x="3456231" y="139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4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C5F575D-1852-33F5-AF2E-D79FC39021F2}"/>
                  </a:ext>
                </a:extLst>
              </p:cNvPr>
              <p:cNvSpPr/>
              <p:nvPr/>
            </p:nvSpPr>
            <p:spPr>
              <a:xfrm>
                <a:off x="3819743" y="139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5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EABA5D-F1C2-CE43-E5BB-4843C2D8A201}"/>
                  </a:ext>
                </a:extLst>
              </p:cNvPr>
              <p:cNvSpPr/>
              <p:nvPr/>
            </p:nvSpPr>
            <p:spPr>
              <a:xfrm>
                <a:off x="2365695" y="175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228A37F-1B06-BD9D-0360-8227EA9A31FE}"/>
                  </a:ext>
                </a:extLst>
              </p:cNvPr>
              <p:cNvSpPr/>
              <p:nvPr/>
            </p:nvSpPr>
            <p:spPr>
              <a:xfrm>
                <a:off x="4183254" y="175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160065B-6DF4-EC52-20F8-5CDEABA8EEF5}"/>
                  </a:ext>
                </a:extLst>
              </p:cNvPr>
              <p:cNvSpPr/>
              <p:nvPr/>
            </p:nvSpPr>
            <p:spPr>
              <a:xfrm>
                <a:off x="2729207" y="175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44D9A5E-463A-D56C-3779-6367C92134D4}"/>
                  </a:ext>
                </a:extLst>
              </p:cNvPr>
              <p:cNvSpPr/>
              <p:nvPr/>
            </p:nvSpPr>
            <p:spPr>
              <a:xfrm>
                <a:off x="3092719" y="175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AB4DBF4-04CB-833C-1F17-4DA0C86F9DC3}"/>
                  </a:ext>
                </a:extLst>
              </p:cNvPr>
              <p:cNvSpPr/>
              <p:nvPr/>
            </p:nvSpPr>
            <p:spPr>
              <a:xfrm>
                <a:off x="3456231" y="175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DF52610-6C9E-0C8A-36FD-F09F9E90F693}"/>
                  </a:ext>
                </a:extLst>
              </p:cNvPr>
              <p:cNvSpPr/>
              <p:nvPr/>
            </p:nvSpPr>
            <p:spPr>
              <a:xfrm>
                <a:off x="3819743" y="1752572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A4D0809-780F-5634-3647-FC7AF9C69923}"/>
                  </a:ext>
                </a:extLst>
              </p:cNvPr>
              <p:cNvSpPr/>
              <p:nvPr/>
            </p:nvSpPr>
            <p:spPr>
              <a:xfrm>
                <a:off x="2365695" y="209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C02A17F-EF01-376B-CAFF-763468CF346A}"/>
                  </a:ext>
                </a:extLst>
              </p:cNvPr>
              <p:cNvSpPr/>
              <p:nvPr/>
            </p:nvSpPr>
            <p:spPr>
              <a:xfrm>
                <a:off x="4183254" y="209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258FCEE-7777-E764-5426-1944EA57D459}"/>
                  </a:ext>
                </a:extLst>
              </p:cNvPr>
              <p:cNvSpPr/>
              <p:nvPr/>
            </p:nvSpPr>
            <p:spPr>
              <a:xfrm>
                <a:off x="2729207" y="209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7BDB5ED-7B56-22C8-068E-42067E3D7D41}"/>
                  </a:ext>
                </a:extLst>
              </p:cNvPr>
              <p:cNvSpPr/>
              <p:nvPr/>
            </p:nvSpPr>
            <p:spPr>
              <a:xfrm>
                <a:off x="3092719" y="209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3CFA439-18F8-3B48-4CFF-374E87FEEB5D}"/>
                  </a:ext>
                </a:extLst>
              </p:cNvPr>
              <p:cNvSpPr/>
              <p:nvPr/>
            </p:nvSpPr>
            <p:spPr>
              <a:xfrm>
                <a:off x="3456231" y="209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AE29C17-868C-A1A6-5F21-C3EFAA3665FE}"/>
                  </a:ext>
                </a:extLst>
              </p:cNvPr>
              <p:cNvSpPr/>
              <p:nvPr/>
            </p:nvSpPr>
            <p:spPr>
              <a:xfrm>
                <a:off x="3819743" y="209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E4C016D-7E7B-EEC3-2F19-4EF886EF2B25}"/>
                  </a:ext>
                </a:extLst>
              </p:cNvPr>
              <p:cNvSpPr/>
              <p:nvPr/>
            </p:nvSpPr>
            <p:spPr>
              <a:xfrm>
                <a:off x="2365695" y="245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4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3CEE9B5-BA62-6A8F-CE48-1512B2D40FE6}"/>
                  </a:ext>
                </a:extLst>
              </p:cNvPr>
              <p:cNvSpPr/>
              <p:nvPr/>
            </p:nvSpPr>
            <p:spPr>
              <a:xfrm>
                <a:off x="4183254" y="245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D7453FB-457C-F16B-E5F2-90F20E506DC2}"/>
                  </a:ext>
                </a:extLst>
              </p:cNvPr>
              <p:cNvSpPr/>
              <p:nvPr/>
            </p:nvSpPr>
            <p:spPr>
              <a:xfrm>
                <a:off x="2729207" y="245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FE4CACF-93B0-B134-AF7E-9BB3EF224E7A}"/>
                  </a:ext>
                </a:extLst>
              </p:cNvPr>
              <p:cNvSpPr/>
              <p:nvPr/>
            </p:nvSpPr>
            <p:spPr>
              <a:xfrm>
                <a:off x="3092719" y="245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E12B709-76C6-90E4-060A-36595BC186F7}"/>
                  </a:ext>
                </a:extLst>
              </p:cNvPr>
              <p:cNvSpPr/>
              <p:nvPr/>
            </p:nvSpPr>
            <p:spPr>
              <a:xfrm>
                <a:off x="3456231" y="245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65E04A7-C321-7C62-A120-9373800F98A2}"/>
                  </a:ext>
                </a:extLst>
              </p:cNvPr>
              <p:cNvSpPr/>
              <p:nvPr/>
            </p:nvSpPr>
            <p:spPr>
              <a:xfrm>
                <a:off x="3819743" y="245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A2DAB06-DE05-50D2-53A3-B2E23CFE74E4}"/>
                  </a:ext>
                </a:extLst>
              </p:cNvPr>
              <p:cNvSpPr/>
              <p:nvPr/>
            </p:nvSpPr>
            <p:spPr>
              <a:xfrm>
                <a:off x="2362184" y="281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5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CBA0C7B-DEA0-BB83-3C45-AF99BFD003F3}"/>
                  </a:ext>
                </a:extLst>
              </p:cNvPr>
              <p:cNvSpPr/>
              <p:nvPr/>
            </p:nvSpPr>
            <p:spPr>
              <a:xfrm>
                <a:off x="4179743" y="281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E1668A1-0954-4A02-887A-20A3EF98C3B9}"/>
                  </a:ext>
                </a:extLst>
              </p:cNvPr>
              <p:cNvSpPr/>
              <p:nvPr/>
            </p:nvSpPr>
            <p:spPr>
              <a:xfrm>
                <a:off x="2725696" y="281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1D98D20-86C7-8489-6D7C-443D9DEF0E6A}"/>
                  </a:ext>
                </a:extLst>
              </p:cNvPr>
              <p:cNvSpPr/>
              <p:nvPr/>
            </p:nvSpPr>
            <p:spPr>
              <a:xfrm>
                <a:off x="3089208" y="281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FC7749A-1328-1C6F-F954-85FBD9645D7F}"/>
                  </a:ext>
                </a:extLst>
              </p:cNvPr>
              <p:cNvSpPr/>
              <p:nvPr/>
            </p:nvSpPr>
            <p:spPr>
              <a:xfrm>
                <a:off x="3452720" y="281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367EFBE-3E3C-ACA7-4A4B-67FD3470539D}"/>
                  </a:ext>
                </a:extLst>
              </p:cNvPr>
              <p:cNvSpPr/>
              <p:nvPr/>
            </p:nvSpPr>
            <p:spPr>
              <a:xfrm>
                <a:off x="3816232" y="281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4BCD8D0-EEBF-5620-1BE3-AF1F4F0881DC}"/>
                  </a:ext>
                </a:extLst>
              </p:cNvPr>
              <p:cNvSpPr/>
              <p:nvPr/>
            </p:nvSpPr>
            <p:spPr>
              <a:xfrm>
                <a:off x="2362184" y="317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6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1F404A9-35B3-09B5-4EE6-53B7BAA27E8F}"/>
                  </a:ext>
                </a:extLst>
              </p:cNvPr>
              <p:cNvSpPr/>
              <p:nvPr/>
            </p:nvSpPr>
            <p:spPr>
              <a:xfrm>
                <a:off x="4179743" y="317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CE592FC-50B2-9767-0121-76A574FBD387}"/>
                  </a:ext>
                </a:extLst>
              </p:cNvPr>
              <p:cNvSpPr/>
              <p:nvPr/>
            </p:nvSpPr>
            <p:spPr>
              <a:xfrm>
                <a:off x="2725696" y="317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0B0AA66-8C7B-9626-09F4-101D15864F6B}"/>
                  </a:ext>
                </a:extLst>
              </p:cNvPr>
              <p:cNvSpPr/>
              <p:nvPr/>
            </p:nvSpPr>
            <p:spPr>
              <a:xfrm>
                <a:off x="3089208" y="317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A4A5A32-A542-EB66-1387-DCE36FF1A94E}"/>
                  </a:ext>
                </a:extLst>
              </p:cNvPr>
              <p:cNvSpPr/>
              <p:nvPr/>
            </p:nvSpPr>
            <p:spPr>
              <a:xfrm>
                <a:off x="3452720" y="317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42ACBF9-645F-D679-D4BB-F8EB6D59A5F7}"/>
                  </a:ext>
                </a:extLst>
              </p:cNvPr>
              <p:cNvSpPr/>
              <p:nvPr/>
            </p:nvSpPr>
            <p:spPr>
              <a:xfrm>
                <a:off x="3816232" y="3177304"/>
                <a:ext cx="360000" cy="36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CCA03AE-8378-0EF9-1826-63A43D35F5B7}"/>
                </a:ext>
              </a:extLst>
            </p:cNvPr>
            <p:cNvGrpSpPr/>
            <p:nvPr/>
          </p:nvGrpSpPr>
          <p:grpSpPr>
            <a:xfrm>
              <a:off x="4546765" y="1392572"/>
              <a:ext cx="2181070" cy="2144732"/>
              <a:chOff x="2362184" y="1392572"/>
              <a:chExt cx="2181070" cy="2144732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100A4EC-6C6F-83D6-0F6C-ACFAC459DE99}"/>
                  </a:ext>
                </a:extLst>
              </p:cNvPr>
              <p:cNvSpPr/>
              <p:nvPr/>
            </p:nvSpPr>
            <p:spPr>
              <a:xfrm>
                <a:off x="2365695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7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4035D14-CA68-685E-9F72-C47E66B17DE9}"/>
                  </a:ext>
                </a:extLst>
              </p:cNvPr>
              <p:cNvSpPr/>
              <p:nvPr/>
            </p:nvSpPr>
            <p:spPr>
              <a:xfrm>
                <a:off x="4183254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12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A92A369-4539-E91E-49B9-41D8E18BE131}"/>
                  </a:ext>
                </a:extLst>
              </p:cNvPr>
              <p:cNvSpPr/>
              <p:nvPr/>
            </p:nvSpPr>
            <p:spPr>
              <a:xfrm>
                <a:off x="2729207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8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91D54833-5B5E-FD47-0DA1-D233C03EDD2D}"/>
                  </a:ext>
                </a:extLst>
              </p:cNvPr>
              <p:cNvSpPr/>
              <p:nvPr/>
            </p:nvSpPr>
            <p:spPr>
              <a:xfrm>
                <a:off x="3092719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9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A6EC7C4-2426-4F35-0CFC-425627D3F6C6}"/>
                  </a:ext>
                </a:extLst>
              </p:cNvPr>
              <p:cNvSpPr/>
              <p:nvPr/>
            </p:nvSpPr>
            <p:spPr>
              <a:xfrm>
                <a:off x="3456231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10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ECCE4B7-45B5-9FC9-B62D-BBE993AABF6C}"/>
                  </a:ext>
                </a:extLst>
              </p:cNvPr>
              <p:cNvSpPr/>
              <p:nvPr/>
            </p:nvSpPr>
            <p:spPr>
              <a:xfrm>
                <a:off x="3819743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11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F87A9644-D1DB-6033-3BB5-D9CF7C8ECB82}"/>
                  </a:ext>
                </a:extLst>
              </p:cNvPr>
              <p:cNvSpPr/>
              <p:nvPr/>
            </p:nvSpPr>
            <p:spPr>
              <a:xfrm>
                <a:off x="2365695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E47AD363-4D1C-C88A-6B8C-364BDAA5FB08}"/>
                  </a:ext>
                </a:extLst>
              </p:cNvPr>
              <p:cNvSpPr/>
              <p:nvPr/>
            </p:nvSpPr>
            <p:spPr>
              <a:xfrm>
                <a:off x="4183254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0BD455D-6124-47E4-09CB-71E274EBD3CC}"/>
                  </a:ext>
                </a:extLst>
              </p:cNvPr>
              <p:cNvSpPr/>
              <p:nvPr/>
            </p:nvSpPr>
            <p:spPr>
              <a:xfrm>
                <a:off x="2729207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7CEE6CA-ED04-9AE6-A9CB-AB746E9D64B4}"/>
                  </a:ext>
                </a:extLst>
              </p:cNvPr>
              <p:cNvSpPr/>
              <p:nvPr/>
            </p:nvSpPr>
            <p:spPr>
              <a:xfrm>
                <a:off x="3092719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2D42090-6A00-8637-009F-60358DD9ED75}"/>
                  </a:ext>
                </a:extLst>
              </p:cNvPr>
              <p:cNvSpPr/>
              <p:nvPr/>
            </p:nvSpPr>
            <p:spPr>
              <a:xfrm>
                <a:off x="3456231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B7953033-A1A3-9B9D-78C4-1EFDBCA05F3B}"/>
                  </a:ext>
                </a:extLst>
              </p:cNvPr>
              <p:cNvSpPr/>
              <p:nvPr/>
            </p:nvSpPr>
            <p:spPr>
              <a:xfrm>
                <a:off x="3819743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C20725E7-197F-E626-5B5D-ABB91478FAAE}"/>
                  </a:ext>
                </a:extLst>
              </p:cNvPr>
              <p:cNvSpPr/>
              <p:nvPr/>
            </p:nvSpPr>
            <p:spPr>
              <a:xfrm>
                <a:off x="2365695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2B97668-E124-53C0-40CE-5973B3CA4B90}"/>
                  </a:ext>
                </a:extLst>
              </p:cNvPr>
              <p:cNvSpPr/>
              <p:nvPr/>
            </p:nvSpPr>
            <p:spPr>
              <a:xfrm>
                <a:off x="4183254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CC0C1CDA-9A91-56CB-A39C-85E7AED47178}"/>
                  </a:ext>
                </a:extLst>
              </p:cNvPr>
              <p:cNvSpPr/>
              <p:nvPr/>
            </p:nvSpPr>
            <p:spPr>
              <a:xfrm>
                <a:off x="2729207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4CC110C-311A-9512-FEAC-9A655CA41A6D}"/>
                  </a:ext>
                </a:extLst>
              </p:cNvPr>
              <p:cNvSpPr/>
              <p:nvPr/>
            </p:nvSpPr>
            <p:spPr>
              <a:xfrm>
                <a:off x="3092719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A6F6C9F-ADC8-06B5-7CCF-F5AF1300A4B5}"/>
                  </a:ext>
                </a:extLst>
              </p:cNvPr>
              <p:cNvSpPr/>
              <p:nvPr/>
            </p:nvSpPr>
            <p:spPr>
              <a:xfrm>
                <a:off x="3456231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B07901E-92D1-33BF-2CFB-94B2F60C5A05}"/>
                  </a:ext>
                </a:extLst>
              </p:cNvPr>
              <p:cNvSpPr/>
              <p:nvPr/>
            </p:nvSpPr>
            <p:spPr>
              <a:xfrm>
                <a:off x="3819743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A857767-5106-745D-ACBE-8D5BC2C34467}"/>
                  </a:ext>
                </a:extLst>
              </p:cNvPr>
              <p:cNvSpPr/>
              <p:nvPr/>
            </p:nvSpPr>
            <p:spPr>
              <a:xfrm>
                <a:off x="2365695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F310D67-D428-126C-99BD-49DF33CBBC71}"/>
                  </a:ext>
                </a:extLst>
              </p:cNvPr>
              <p:cNvSpPr/>
              <p:nvPr/>
            </p:nvSpPr>
            <p:spPr>
              <a:xfrm>
                <a:off x="4183254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5988977-D4C6-4A8B-05B3-BD34CE954F66}"/>
                  </a:ext>
                </a:extLst>
              </p:cNvPr>
              <p:cNvSpPr/>
              <p:nvPr/>
            </p:nvSpPr>
            <p:spPr>
              <a:xfrm>
                <a:off x="2729207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CD37B4A1-C093-06B4-634E-F25BE158031C}"/>
                  </a:ext>
                </a:extLst>
              </p:cNvPr>
              <p:cNvSpPr/>
              <p:nvPr/>
            </p:nvSpPr>
            <p:spPr>
              <a:xfrm>
                <a:off x="3092719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4A654F2C-2259-9556-BEAA-1FDAC928F412}"/>
                  </a:ext>
                </a:extLst>
              </p:cNvPr>
              <p:cNvSpPr/>
              <p:nvPr/>
            </p:nvSpPr>
            <p:spPr>
              <a:xfrm>
                <a:off x="3456231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54987490-5904-E2BE-C2C2-115962AEADB9}"/>
                  </a:ext>
                </a:extLst>
              </p:cNvPr>
              <p:cNvSpPr/>
              <p:nvPr/>
            </p:nvSpPr>
            <p:spPr>
              <a:xfrm>
                <a:off x="3819743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7609070D-85AC-6656-C4A9-1C9AA51035CF}"/>
                  </a:ext>
                </a:extLst>
              </p:cNvPr>
              <p:cNvSpPr/>
              <p:nvPr/>
            </p:nvSpPr>
            <p:spPr>
              <a:xfrm>
                <a:off x="2362184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AD41F281-BDA0-1334-0DE6-F24277CBE3D4}"/>
                  </a:ext>
                </a:extLst>
              </p:cNvPr>
              <p:cNvSpPr/>
              <p:nvPr/>
            </p:nvSpPr>
            <p:spPr>
              <a:xfrm>
                <a:off x="4179743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5B12D22-207A-8311-DF7D-B5B06169BE8C}"/>
                  </a:ext>
                </a:extLst>
              </p:cNvPr>
              <p:cNvSpPr/>
              <p:nvPr/>
            </p:nvSpPr>
            <p:spPr>
              <a:xfrm>
                <a:off x="2725696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99CF6F4C-90DF-523A-12F7-39D59D0FECF5}"/>
                  </a:ext>
                </a:extLst>
              </p:cNvPr>
              <p:cNvSpPr/>
              <p:nvPr/>
            </p:nvSpPr>
            <p:spPr>
              <a:xfrm>
                <a:off x="3089208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16E007C-246C-2BD8-F4F1-1E0A3BDFB99A}"/>
                  </a:ext>
                </a:extLst>
              </p:cNvPr>
              <p:cNvSpPr/>
              <p:nvPr/>
            </p:nvSpPr>
            <p:spPr>
              <a:xfrm>
                <a:off x="3452720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B1276D7-C778-F75A-7787-79483279688A}"/>
                  </a:ext>
                </a:extLst>
              </p:cNvPr>
              <p:cNvSpPr/>
              <p:nvPr/>
            </p:nvSpPr>
            <p:spPr>
              <a:xfrm>
                <a:off x="3816232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53D5E40B-885F-D3E8-FC48-DCC65AC2E746}"/>
                  </a:ext>
                </a:extLst>
              </p:cNvPr>
              <p:cNvSpPr/>
              <p:nvPr/>
            </p:nvSpPr>
            <p:spPr>
              <a:xfrm>
                <a:off x="2362184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B17E1E55-35AB-8FEC-C2C6-4966A6AC8A66}"/>
                  </a:ext>
                </a:extLst>
              </p:cNvPr>
              <p:cNvSpPr/>
              <p:nvPr/>
            </p:nvSpPr>
            <p:spPr>
              <a:xfrm>
                <a:off x="4179743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C66061C-7D09-FA73-211D-E49538C904C8}"/>
                  </a:ext>
                </a:extLst>
              </p:cNvPr>
              <p:cNvSpPr/>
              <p:nvPr/>
            </p:nvSpPr>
            <p:spPr>
              <a:xfrm>
                <a:off x="2725696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05571C6E-00E2-3526-AC66-5112B72499AD}"/>
                  </a:ext>
                </a:extLst>
              </p:cNvPr>
              <p:cNvSpPr/>
              <p:nvPr/>
            </p:nvSpPr>
            <p:spPr>
              <a:xfrm>
                <a:off x="3089208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762A56D2-EDC2-38AA-8A3E-B59C238E7F55}"/>
                  </a:ext>
                </a:extLst>
              </p:cNvPr>
              <p:cNvSpPr/>
              <p:nvPr/>
            </p:nvSpPr>
            <p:spPr>
              <a:xfrm>
                <a:off x="3452720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9EAC0016-FECE-65DA-6F1D-2C44F2FF26D8}"/>
                  </a:ext>
                </a:extLst>
              </p:cNvPr>
              <p:cNvSpPr/>
              <p:nvPr/>
            </p:nvSpPr>
            <p:spPr>
              <a:xfrm>
                <a:off x="3816232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522276A1-85CC-212A-3117-476B019BA752}"/>
                </a:ext>
              </a:extLst>
            </p:cNvPr>
            <p:cNvGrpSpPr/>
            <p:nvPr/>
          </p:nvGrpSpPr>
          <p:grpSpPr>
            <a:xfrm>
              <a:off x="2365696" y="3537304"/>
              <a:ext cx="2181070" cy="2144732"/>
              <a:chOff x="2362184" y="1392572"/>
              <a:chExt cx="2181070" cy="2144732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81907324-993B-735C-054F-87500210EEFF}"/>
                  </a:ext>
                </a:extLst>
              </p:cNvPr>
              <p:cNvSpPr/>
              <p:nvPr/>
            </p:nvSpPr>
            <p:spPr>
              <a:xfrm>
                <a:off x="2365695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7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DA7E5932-8EF7-AB2A-F37E-4B6E7D4C657A}"/>
                  </a:ext>
                </a:extLst>
              </p:cNvPr>
              <p:cNvSpPr/>
              <p:nvPr/>
            </p:nvSpPr>
            <p:spPr>
              <a:xfrm>
                <a:off x="4183254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E745B787-8FD1-E7F5-4934-EFBAD509FE4C}"/>
                  </a:ext>
                </a:extLst>
              </p:cNvPr>
              <p:cNvSpPr/>
              <p:nvPr/>
            </p:nvSpPr>
            <p:spPr>
              <a:xfrm>
                <a:off x="2729207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F697B4E4-6480-E7E1-2837-084D846E0C03}"/>
                  </a:ext>
                </a:extLst>
              </p:cNvPr>
              <p:cNvSpPr/>
              <p:nvPr/>
            </p:nvSpPr>
            <p:spPr>
              <a:xfrm>
                <a:off x="3092719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4D7B8A88-405F-8C10-0537-F8B32853C782}"/>
                  </a:ext>
                </a:extLst>
              </p:cNvPr>
              <p:cNvSpPr/>
              <p:nvPr/>
            </p:nvSpPr>
            <p:spPr>
              <a:xfrm>
                <a:off x="3456231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DC82A128-9304-01A4-C0A6-297FF09D0A7D}"/>
                  </a:ext>
                </a:extLst>
              </p:cNvPr>
              <p:cNvSpPr/>
              <p:nvPr/>
            </p:nvSpPr>
            <p:spPr>
              <a:xfrm>
                <a:off x="3819743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8180A0BA-EA06-99E8-D52F-D065AD3DF9A6}"/>
                  </a:ext>
                </a:extLst>
              </p:cNvPr>
              <p:cNvSpPr/>
              <p:nvPr/>
            </p:nvSpPr>
            <p:spPr>
              <a:xfrm>
                <a:off x="2365695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8</a:t>
                </a: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5AF1B278-4FF2-34F2-50D6-2038C2A43270}"/>
                  </a:ext>
                </a:extLst>
              </p:cNvPr>
              <p:cNvSpPr/>
              <p:nvPr/>
            </p:nvSpPr>
            <p:spPr>
              <a:xfrm>
                <a:off x="4183254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55761F48-9EA5-944C-5E5F-2A526D5D0DBB}"/>
                  </a:ext>
                </a:extLst>
              </p:cNvPr>
              <p:cNvSpPr/>
              <p:nvPr/>
            </p:nvSpPr>
            <p:spPr>
              <a:xfrm>
                <a:off x="2729207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EA006806-DE6E-1FC4-7E29-85A849E8C618}"/>
                  </a:ext>
                </a:extLst>
              </p:cNvPr>
              <p:cNvSpPr/>
              <p:nvPr/>
            </p:nvSpPr>
            <p:spPr>
              <a:xfrm>
                <a:off x="3092719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9E5BAA2-27EA-58E8-C9BB-A44C09B79B15}"/>
                  </a:ext>
                </a:extLst>
              </p:cNvPr>
              <p:cNvSpPr/>
              <p:nvPr/>
            </p:nvSpPr>
            <p:spPr>
              <a:xfrm>
                <a:off x="3456231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0C8B0855-CF46-F0F2-430A-8D7C5E5A924E}"/>
                  </a:ext>
                </a:extLst>
              </p:cNvPr>
              <p:cNvSpPr/>
              <p:nvPr/>
            </p:nvSpPr>
            <p:spPr>
              <a:xfrm>
                <a:off x="3819743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95BBF7FD-646F-2C10-A64C-648BCC0F646B}"/>
                  </a:ext>
                </a:extLst>
              </p:cNvPr>
              <p:cNvSpPr/>
              <p:nvPr/>
            </p:nvSpPr>
            <p:spPr>
              <a:xfrm>
                <a:off x="2365695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9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526381F5-8321-F265-C126-949AF4EFF67F}"/>
                  </a:ext>
                </a:extLst>
              </p:cNvPr>
              <p:cNvSpPr/>
              <p:nvPr/>
            </p:nvSpPr>
            <p:spPr>
              <a:xfrm>
                <a:off x="4183254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A10BF85B-B496-032A-F3C3-989F63F5233A}"/>
                  </a:ext>
                </a:extLst>
              </p:cNvPr>
              <p:cNvSpPr/>
              <p:nvPr/>
            </p:nvSpPr>
            <p:spPr>
              <a:xfrm>
                <a:off x="2729207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B0376C33-49AD-E11D-400D-147AB9DBFDFB}"/>
                  </a:ext>
                </a:extLst>
              </p:cNvPr>
              <p:cNvSpPr/>
              <p:nvPr/>
            </p:nvSpPr>
            <p:spPr>
              <a:xfrm>
                <a:off x="3092719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CA0EEEFF-4031-88A1-B8F6-80C3659FFDF8}"/>
                  </a:ext>
                </a:extLst>
              </p:cNvPr>
              <p:cNvSpPr/>
              <p:nvPr/>
            </p:nvSpPr>
            <p:spPr>
              <a:xfrm>
                <a:off x="3456231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29855040-6D18-AF4F-DDF6-C55946D09C68}"/>
                  </a:ext>
                </a:extLst>
              </p:cNvPr>
              <p:cNvSpPr/>
              <p:nvPr/>
            </p:nvSpPr>
            <p:spPr>
              <a:xfrm>
                <a:off x="3819743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7B440E3D-8044-579D-D8E4-00426B66011D}"/>
                  </a:ext>
                </a:extLst>
              </p:cNvPr>
              <p:cNvSpPr/>
              <p:nvPr/>
            </p:nvSpPr>
            <p:spPr>
              <a:xfrm>
                <a:off x="2365695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10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0F9AB1B7-9C13-9D34-0878-AB83FF6B3EE6}"/>
                  </a:ext>
                </a:extLst>
              </p:cNvPr>
              <p:cNvSpPr/>
              <p:nvPr/>
            </p:nvSpPr>
            <p:spPr>
              <a:xfrm>
                <a:off x="4183254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17D26BC-E3AB-060C-D369-E3BB846D6CBD}"/>
                  </a:ext>
                </a:extLst>
              </p:cNvPr>
              <p:cNvSpPr/>
              <p:nvPr/>
            </p:nvSpPr>
            <p:spPr>
              <a:xfrm>
                <a:off x="2729207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9759D5BC-3CFB-C176-0C51-1C5038672FE6}"/>
                  </a:ext>
                </a:extLst>
              </p:cNvPr>
              <p:cNvSpPr/>
              <p:nvPr/>
            </p:nvSpPr>
            <p:spPr>
              <a:xfrm>
                <a:off x="3092719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589F9639-69BD-811F-16B4-B6BA699ACB53}"/>
                  </a:ext>
                </a:extLst>
              </p:cNvPr>
              <p:cNvSpPr/>
              <p:nvPr/>
            </p:nvSpPr>
            <p:spPr>
              <a:xfrm>
                <a:off x="3456231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274A387D-6F1F-9D40-C2B3-B7B363DB20B2}"/>
                  </a:ext>
                </a:extLst>
              </p:cNvPr>
              <p:cNvSpPr/>
              <p:nvPr/>
            </p:nvSpPr>
            <p:spPr>
              <a:xfrm>
                <a:off x="3819743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50B5BA39-CDFB-EC8F-0654-1D6648AAA94B}"/>
                  </a:ext>
                </a:extLst>
              </p:cNvPr>
              <p:cNvSpPr/>
              <p:nvPr/>
            </p:nvSpPr>
            <p:spPr>
              <a:xfrm>
                <a:off x="2362184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11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E825CD67-62E8-89F7-1FA1-9F0ADCEA1E5A}"/>
                  </a:ext>
                </a:extLst>
              </p:cNvPr>
              <p:cNvSpPr/>
              <p:nvPr/>
            </p:nvSpPr>
            <p:spPr>
              <a:xfrm>
                <a:off x="4179743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A63BC06D-EDA9-57E5-6AA7-E5C7B1E7EBBF}"/>
                  </a:ext>
                </a:extLst>
              </p:cNvPr>
              <p:cNvSpPr/>
              <p:nvPr/>
            </p:nvSpPr>
            <p:spPr>
              <a:xfrm>
                <a:off x="2725696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D22F74F-AFAE-529F-E4E9-61F25C4EA28B}"/>
                  </a:ext>
                </a:extLst>
              </p:cNvPr>
              <p:cNvSpPr/>
              <p:nvPr/>
            </p:nvSpPr>
            <p:spPr>
              <a:xfrm>
                <a:off x="3089208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A42B8BBC-0CD2-8D33-D16B-B4594B4FB960}"/>
                  </a:ext>
                </a:extLst>
              </p:cNvPr>
              <p:cNvSpPr/>
              <p:nvPr/>
            </p:nvSpPr>
            <p:spPr>
              <a:xfrm>
                <a:off x="3452720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1C6BFD79-1578-B898-B7AF-3D38B2AD102B}"/>
                  </a:ext>
                </a:extLst>
              </p:cNvPr>
              <p:cNvSpPr/>
              <p:nvPr/>
            </p:nvSpPr>
            <p:spPr>
              <a:xfrm>
                <a:off x="3816232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31C43C71-0916-A15A-D1DC-720864D0C170}"/>
                  </a:ext>
                </a:extLst>
              </p:cNvPr>
              <p:cNvSpPr/>
              <p:nvPr/>
            </p:nvSpPr>
            <p:spPr>
              <a:xfrm>
                <a:off x="2362184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12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26A489A8-3088-62B1-A06C-816B801BFB1D}"/>
                  </a:ext>
                </a:extLst>
              </p:cNvPr>
              <p:cNvSpPr/>
              <p:nvPr/>
            </p:nvSpPr>
            <p:spPr>
              <a:xfrm>
                <a:off x="4179743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53DD1F4F-F768-C76A-3A1F-9435C9D34A8B}"/>
                  </a:ext>
                </a:extLst>
              </p:cNvPr>
              <p:cNvSpPr/>
              <p:nvPr/>
            </p:nvSpPr>
            <p:spPr>
              <a:xfrm>
                <a:off x="2725696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F52E2FC0-A65F-4420-C8EA-CD31AF8258DF}"/>
                  </a:ext>
                </a:extLst>
              </p:cNvPr>
              <p:cNvSpPr/>
              <p:nvPr/>
            </p:nvSpPr>
            <p:spPr>
              <a:xfrm>
                <a:off x="3089208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CDE43012-7FD4-31DF-AC1D-B42CAF1C4758}"/>
                  </a:ext>
                </a:extLst>
              </p:cNvPr>
              <p:cNvSpPr/>
              <p:nvPr/>
            </p:nvSpPr>
            <p:spPr>
              <a:xfrm>
                <a:off x="3452720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BFFC82D4-CE80-E932-63EF-6D8A47789A3E}"/>
                  </a:ext>
                </a:extLst>
              </p:cNvPr>
              <p:cNvSpPr/>
              <p:nvPr/>
            </p:nvSpPr>
            <p:spPr>
              <a:xfrm>
                <a:off x="3816232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55AF1240-A039-0E36-6C4B-8325641A2534}"/>
                </a:ext>
              </a:extLst>
            </p:cNvPr>
            <p:cNvGrpSpPr/>
            <p:nvPr/>
          </p:nvGrpSpPr>
          <p:grpSpPr>
            <a:xfrm>
              <a:off x="4546764" y="3537304"/>
              <a:ext cx="2181070" cy="2144732"/>
              <a:chOff x="2362184" y="1392572"/>
              <a:chExt cx="2181070" cy="2144732"/>
            </a:xfrm>
            <a:solidFill>
              <a:srgbClr val="FFC000"/>
            </a:solidFill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AD20CB6C-858E-2F30-06CB-B8ECA8B7369B}"/>
                  </a:ext>
                </a:extLst>
              </p:cNvPr>
              <p:cNvSpPr/>
              <p:nvPr/>
            </p:nvSpPr>
            <p:spPr>
              <a:xfrm>
                <a:off x="2365695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F2C7BB60-A106-8B41-A239-40CB6F517C9D}"/>
                  </a:ext>
                </a:extLst>
              </p:cNvPr>
              <p:cNvSpPr/>
              <p:nvPr/>
            </p:nvSpPr>
            <p:spPr>
              <a:xfrm>
                <a:off x="4183254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85D2C44B-3FD2-53D7-A0C4-FA3AF7DF316D}"/>
                  </a:ext>
                </a:extLst>
              </p:cNvPr>
              <p:cNvSpPr/>
              <p:nvPr/>
            </p:nvSpPr>
            <p:spPr>
              <a:xfrm>
                <a:off x="2729207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A64F9E7D-267E-617F-9188-D76E88227129}"/>
                  </a:ext>
                </a:extLst>
              </p:cNvPr>
              <p:cNvSpPr/>
              <p:nvPr/>
            </p:nvSpPr>
            <p:spPr>
              <a:xfrm>
                <a:off x="3092719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E912066B-EE59-9766-AC77-97C2232B947D}"/>
                  </a:ext>
                </a:extLst>
              </p:cNvPr>
              <p:cNvSpPr/>
              <p:nvPr/>
            </p:nvSpPr>
            <p:spPr>
              <a:xfrm>
                <a:off x="3456231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FEB82A53-A3AA-A2BC-F925-D4582A12BC92}"/>
                  </a:ext>
                </a:extLst>
              </p:cNvPr>
              <p:cNvSpPr/>
              <p:nvPr/>
            </p:nvSpPr>
            <p:spPr>
              <a:xfrm>
                <a:off x="3819743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03F2125F-03A8-BD73-2789-CA91CD8A266B}"/>
                  </a:ext>
                </a:extLst>
              </p:cNvPr>
              <p:cNvSpPr/>
              <p:nvPr/>
            </p:nvSpPr>
            <p:spPr>
              <a:xfrm>
                <a:off x="2365695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82805865-1B10-0B65-ADF1-1EFFEF056508}"/>
                  </a:ext>
                </a:extLst>
              </p:cNvPr>
              <p:cNvSpPr/>
              <p:nvPr/>
            </p:nvSpPr>
            <p:spPr>
              <a:xfrm>
                <a:off x="4183254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59F254E-2BA0-13F7-96C3-FD40C5724ABA}"/>
                  </a:ext>
                </a:extLst>
              </p:cNvPr>
              <p:cNvSpPr/>
              <p:nvPr/>
            </p:nvSpPr>
            <p:spPr>
              <a:xfrm>
                <a:off x="2729207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411B13AC-85F9-D8AB-8D1F-4DF016DFFB84}"/>
                  </a:ext>
                </a:extLst>
              </p:cNvPr>
              <p:cNvSpPr/>
              <p:nvPr/>
            </p:nvSpPr>
            <p:spPr>
              <a:xfrm>
                <a:off x="3092719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D6916C7D-9D9A-7007-D915-B3EAEE77AAA8}"/>
                  </a:ext>
                </a:extLst>
              </p:cNvPr>
              <p:cNvSpPr/>
              <p:nvPr/>
            </p:nvSpPr>
            <p:spPr>
              <a:xfrm>
                <a:off x="3456231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D9CE0461-CBA8-5F40-2977-230E809C62A6}"/>
                  </a:ext>
                </a:extLst>
              </p:cNvPr>
              <p:cNvSpPr/>
              <p:nvPr/>
            </p:nvSpPr>
            <p:spPr>
              <a:xfrm>
                <a:off x="3819743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193B98AE-27F2-9E4D-AF5B-F06356611F7F}"/>
                  </a:ext>
                </a:extLst>
              </p:cNvPr>
              <p:cNvSpPr/>
              <p:nvPr/>
            </p:nvSpPr>
            <p:spPr>
              <a:xfrm>
                <a:off x="2365695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826938CF-C271-29D0-F3DD-381986B3E78B}"/>
                  </a:ext>
                </a:extLst>
              </p:cNvPr>
              <p:cNvSpPr/>
              <p:nvPr/>
            </p:nvSpPr>
            <p:spPr>
              <a:xfrm>
                <a:off x="4183254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C8F89EF-5DE0-6D44-77B2-B94CD8657E07}"/>
                  </a:ext>
                </a:extLst>
              </p:cNvPr>
              <p:cNvSpPr/>
              <p:nvPr/>
            </p:nvSpPr>
            <p:spPr>
              <a:xfrm>
                <a:off x="2729207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E0CD115-8A73-1429-070C-CE16B963734A}"/>
                  </a:ext>
                </a:extLst>
              </p:cNvPr>
              <p:cNvSpPr/>
              <p:nvPr/>
            </p:nvSpPr>
            <p:spPr>
              <a:xfrm>
                <a:off x="3092719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C1D95A4-95B9-4548-3140-BA10DA26C4FA}"/>
                  </a:ext>
                </a:extLst>
              </p:cNvPr>
              <p:cNvSpPr/>
              <p:nvPr/>
            </p:nvSpPr>
            <p:spPr>
              <a:xfrm>
                <a:off x="3456231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92A8373A-87CD-DC05-EBB8-5D6F2E86BA78}"/>
                  </a:ext>
                </a:extLst>
              </p:cNvPr>
              <p:cNvSpPr/>
              <p:nvPr/>
            </p:nvSpPr>
            <p:spPr>
              <a:xfrm>
                <a:off x="3819743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20AF286A-3E25-37B1-B215-F0A2E7E21887}"/>
                  </a:ext>
                </a:extLst>
              </p:cNvPr>
              <p:cNvSpPr/>
              <p:nvPr/>
            </p:nvSpPr>
            <p:spPr>
              <a:xfrm>
                <a:off x="2365695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76E5CD8E-7D0D-5E35-DAE3-C07062D20ACE}"/>
                  </a:ext>
                </a:extLst>
              </p:cNvPr>
              <p:cNvSpPr/>
              <p:nvPr/>
            </p:nvSpPr>
            <p:spPr>
              <a:xfrm>
                <a:off x="4183254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7219BB0A-BF44-00F8-5DAD-39A8022E3A76}"/>
                  </a:ext>
                </a:extLst>
              </p:cNvPr>
              <p:cNvSpPr/>
              <p:nvPr/>
            </p:nvSpPr>
            <p:spPr>
              <a:xfrm>
                <a:off x="2729207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44D70EB5-5CEF-5FE3-DA65-8B022E66EE20}"/>
                  </a:ext>
                </a:extLst>
              </p:cNvPr>
              <p:cNvSpPr/>
              <p:nvPr/>
            </p:nvSpPr>
            <p:spPr>
              <a:xfrm>
                <a:off x="3092719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BD59681-CB35-7894-0D2E-37339B81835E}"/>
                  </a:ext>
                </a:extLst>
              </p:cNvPr>
              <p:cNvSpPr/>
              <p:nvPr/>
            </p:nvSpPr>
            <p:spPr>
              <a:xfrm>
                <a:off x="3456231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5AD32E44-4B89-18A5-6235-09237D7BA1D1}"/>
                  </a:ext>
                </a:extLst>
              </p:cNvPr>
              <p:cNvSpPr/>
              <p:nvPr/>
            </p:nvSpPr>
            <p:spPr>
              <a:xfrm>
                <a:off x="3819743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609C6DC0-1CDC-E229-1DD3-C96AAA39A7AD}"/>
                  </a:ext>
                </a:extLst>
              </p:cNvPr>
              <p:cNvSpPr/>
              <p:nvPr/>
            </p:nvSpPr>
            <p:spPr>
              <a:xfrm>
                <a:off x="2362184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49DFECBE-5887-56C6-D58C-E683E75BD574}"/>
                  </a:ext>
                </a:extLst>
              </p:cNvPr>
              <p:cNvSpPr/>
              <p:nvPr/>
            </p:nvSpPr>
            <p:spPr>
              <a:xfrm>
                <a:off x="4179743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9275E37-67B7-97C7-CFCE-E90F1F51C2A3}"/>
                  </a:ext>
                </a:extLst>
              </p:cNvPr>
              <p:cNvSpPr/>
              <p:nvPr/>
            </p:nvSpPr>
            <p:spPr>
              <a:xfrm>
                <a:off x="2725696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CE585ED3-6F2B-0EEB-C357-536AF5A965E5}"/>
                  </a:ext>
                </a:extLst>
              </p:cNvPr>
              <p:cNvSpPr/>
              <p:nvPr/>
            </p:nvSpPr>
            <p:spPr>
              <a:xfrm>
                <a:off x="3089208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C5D02A0D-3CFA-8A86-F36C-F8322F3A1E18}"/>
                  </a:ext>
                </a:extLst>
              </p:cNvPr>
              <p:cNvSpPr/>
              <p:nvPr/>
            </p:nvSpPr>
            <p:spPr>
              <a:xfrm>
                <a:off x="3452720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85C36A7-8C12-A1CB-9DD3-06D2050AE367}"/>
                  </a:ext>
                </a:extLst>
              </p:cNvPr>
              <p:cNvSpPr/>
              <p:nvPr/>
            </p:nvSpPr>
            <p:spPr>
              <a:xfrm>
                <a:off x="3816232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EEDFDC69-13C9-7E79-FF48-A868D204571A}"/>
                  </a:ext>
                </a:extLst>
              </p:cNvPr>
              <p:cNvSpPr/>
              <p:nvPr/>
            </p:nvSpPr>
            <p:spPr>
              <a:xfrm>
                <a:off x="2362184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7C5D3C27-9A07-323D-F432-B320B68F5E35}"/>
                  </a:ext>
                </a:extLst>
              </p:cNvPr>
              <p:cNvSpPr/>
              <p:nvPr/>
            </p:nvSpPr>
            <p:spPr>
              <a:xfrm>
                <a:off x="4179743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2C3E3189-E61F-FFB4-DD3D-D60B28C9FBE8}"/>
                  </a:ext>
                </a:extLst>
              </p:cNvPr>
              <p:cNvSpPr/>
              <p:nvPr/>
            </p:nvSpPr>
            <p:spPr>
              <a:xfrm>
                <a:off x="2725696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1EAADFC-731F-3DDC-C7C1-30159F3F8BDE}"/>
                  </a:ext>
                </a:extLst>
              </p:cNvPr>
              <p:cNvSpPr/>
              <p:nvPr/>
            </p:nvSpPr>
            <p:spPr>
              <a:xfrm>
                <a:off x="3089208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1911CDC3-7BCD-4788-C1BC-B91680EC807D}"/>
                  </a:ext>
                </a:extLst>
              </p:cNvPr>
              <p:cNvSpPr/>
              <p:nvPr/>
            </p:nvSpPr>
            <p:spPr>
              <a:xfrm>
                <a:off x="3452720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4FFD69BC-6C74-6115-F512-D2B7BA0CD7C3}"/>
                  </a:ext>
                </a:extLst>
              </p:cNvPr>
              <p:cNvSpPr/>
              <p:nvPr/>
            </p:nvSpPr>
            <p:spPr>
              <a:xfrm>
                <a:off x="3816232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4BD2ED5C-D101-7372-EE86-6E84643991D0}"/>
                </a:ext>
              </a:extLst>
            </p:cNvPr>
            <p:cNvGrpSpPr/>
            <p:nvPr/>
          </p:nvGrpSpPr>
          <p:grpSpPr>
            <a:xfrm>
              <a:off x="6731344" y="1392572"/>
              <a:ext cx="723511" cy="2144732"/>
              <a:chOff x="6731344" y="1392572"/>
              <a:chExt cx="723511" cy="2144732"/>
            </a:xfrm>
          </p:grpSpPr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EFA4AC98-9AB3-910A-0440-F21425F88E4D}"/>
                  </a:ext>
                </a:extLst>
              </p:cNvPr>
              <p:cNvGrpSpPr/>
              <p:nvPr/>
            </p:nvGrpSpPr>
            <p:grpSpPr>
              <a:xfrm>
                <a:off x="6731344" y="1392572"/>
                <a:ext cx="363511" cy="2144732"/>
                <a:chOff x="6923124" y="1392572"/>
                <a:chExt cx="363511" cy="2144732"/>
              </a:xfrm>
              <a:solidFill>
                <a:srgbClr val="7030A0"/>
              </a:solidFill>
            </p:grpSpPr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4656D695-AEE6-2024-A812-AE029B9B3BEF}"/>
                    </a:ext>
                  </a:extLst>
                </p:cNvPr>
                <p:cNvSpPr/>
                <p:nvPr/>
              </p:nvSpPr>
              <p:spPr>
                <a:xfrm>
                  <a:off x="6926635" y="1392572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13</a:t>
                  </a:r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E04B7B2B-C788-9042-F592-28FA2E44BECA}"/>
                    </a:ext>
                  </a:extLst>
                </p:cNvPr>
                <p:cNvSpPr/>
                <p:nvPr/>
              </p:nvSpPr>
              <p:spPr>
                <a:xfrm>
                  <a:off x="6926635" y="1752572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DDB2890D-0FE6-B8DE-9649-333B9FEE74AB}"/>
                    </a:ext>
                  </a:extLst>
                </p:cNvPr>
                <p:cNvSpPr/>
                <p:nvPr/>
              </p:nvSpPr>
              <p:spPr>
                <a:xfrm>
                  <a:off x="6926635" y="209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D82FD8A3-3A94-8008-7AAB-43F848FBB427}"/>
                    </a:ext>
                  </a:extLst>
                </p:cNvPr>
                <p:cNvSpPr/>
                <p:nvPr/>
              </p:nvSpPr>
              <p:spPr>
                <a:xfrm>
                  <a:off x="6926635" y="245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B1591036-3135-1026-763D-2CDD0CDA5626}"/>
                    </a:ext>
                  </a:extLst>
                </p:cNvPr>
                <p:cNvSpPr/>
                <p:nvPr/>
              </p:nvSpPr>
              <p:spPr>
                <a:xfrm>
                  <a:off x="6923124" y="281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02B00A05-6A0A-DC12-CCD4-4B3B1D47C5C3}"/>
                    </a:ext>
                  </a:extLst>
                </p:cNvPr>
                <p:cNvSpPr/>
                <p:nvPr/>
              </p:nvSpPr>
              <p:spPr>
                <a:xfrm>
                  <a:off x="6923124" y="317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9E87CC47-944A-390F-942A-E45AA6EB512E}"/>
                  </a:ext>
                </a:extLst>
              </p:cNvPr>
              <p:cNvGrpSpPr/>
              <p:nvPr/>
            </p:nvGrpSpPr>
            <p:grpSpPr>
              <a:xfrm>
                <a:off x="7091344" y="1392572"/>
                <a:ext cx="363511" cy="2144732"/>
                <a:chOff x="6923124" y="1392572"/>
                <a:chExt cx="363511" cy="2144732"/>
              </a:xfrm>
              <a:solidFill>
                <a:srgbClr val="7030A0"/>
              </a:solidFill>
            </p:grpSpPr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F67FECF9-A172-AF67-E428-C8A8F68CBBE2}"/>
                    </a:ext>
                  </a:extLst>
                </p:cNvPr>
                <p:cNvSpPr/>
                <p:nvPr/>
              </p:nvSpPr>
              <p:spPr>
                <a:xfrm>
                  <a:off x="6926635" y="1392572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14</a:t>
                  </a:r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5000216D-6B31-9B5E-5F81-2B3D1100DB70}"/>
                    </a:ext>
                  </a:extLst>
                </p:cNvPr>
                <p:cNvSpPr/>
                <p:nvPr/>
              </p:nvSpPr>
              <p:spPr>
                <a:xfrm>
                  <a:off x="6926635" y="1752572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FCE3E1E9-7435-02EF-9698-7D41D01A4736}"/>
                    </a:ext>
                  </a:extLst>
                </p:cNvPr>
                <p:cNvSpPr/>
                <p:nvPr/>
              </p:nvSpPr>
              <p:spPr>
                <a:xfrm>
                  <a:off x="6926635" y="209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9186B5A2-090D-BE04-6D94-064ECE93CD82}"/>
                    </a:ext>
                  </a:extLst>
                </p:cNvPr>
                <p:cNvSpPr/>
                <p:nvPr/>
              </p:nvSpPr>
              <p:spPr>
                <a:xfrm>
                  <a:off x="6926635" y="245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B3904293-770F-8293-C76F-F9AC5A5DBCBC}"/>
                    </a:ext>
                  </a:extLst>
                </p:cNvPr>
                <p:cNvSpPr/>
                <p:nvPr/>
              </p:nvSpPr>
              <p:spPr>
                <a:xfrm>
                  <a:off x="6923124" y="281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0E9E2EED-29C9-39FB-1100-E8394CE66FE1}"/>
                    </a:ext>
                  </a:extLst>
                </p:cNvPr>
                <p:cNvSpPr/>
                <p:nvPr/>
              </p:nvSpPr>
              <p:spPr>
                <a:xfrm>
                  <a:off x="6923124" y="317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D45E7853-64B2-5DC2-81AD-4D713E19FD43}"/>
                </a:ext>
              </a:extLst>
            </p:cNvPr>
            <p:cNvGrpSpPr/>
            <p:nvPr/>
          </p:nvGrpSpPr>
          <p:grpSpPr>
            <a:xfrm>
              <a:off x="6724323" y="3537304"/>
              <a:ext cx="723511" cy="2144732"/>
              <a:chOff x="6731344" y="1392572"/>
              <a:chExt cx="723511" cy="2144732"/>
            </a:xfrm>
            <a:solidFill>
              <a:srgbClr val="0070C0"/>
            </a:solidFill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DC35CAA9-1B90-6BBF-CBF9-C1575B43D87D}"/>
                  </a:ext>
                </a:extLst>
              </p:cNvPr>
              <p:cNvGrpSpPr/>
              <p:nvPr/>
            </p:nvGrpSpPr>
            <p:grpSpPr>
              <a:xfrm>
                <a:off x="6731344" y="1392572"/>
                <a:ext cx="363511" cy="2144732"/>
                <a:chOff x="6923124" y="1392572"/>
                <a:chExt cx="363511" cy="2144732"/>
              </a:xfrm>
              <a:grpFill/>
            </p:grpSpPr>
            <p:sp>
              <p:nvSpPr>
                <p:cNvPr id="193" name="Rectangle 192">
                  <a:extLst>
                    <a:ext uri="{FF2B5EF4-FFF2-40B4-BE49-F238E27FC236}">
                      <a16:creationId xmlns:a16="http://schemas.microsoft.com/office/drawing/2014/main" id="{F693014E-277B-988C-6F2D-B2CD49FD2C2F}"/>
                    </a:ext>
                  </a:extLst>
                </p:cNvPr>
                <p:cNvSpPr/>
                <p:nvPr/>
              </p:nvSpPr>
              <p:spPr>
                <a:xfrm>
                  <a:off x="6926635" y="1392572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94" name="Rectangle 193">
                  <a:extLst>
                    <a:ext uri="{FF2B5EF4-FFF2-40B4-BE49-F238E27FC236}">
                      <a16:creationId xmlns:a16="http://schemas.microsoft.com/office/drawing/2014/main" id="{97DBA6CC-1FCB-263D-D721-646A50C163C0}"/>
                    </a:ext>
                  </a:extLst>
                </p:cNvPr>
                <p:cNvSpPr/>
                <p:nvPr/>
              </p:nvSpPr>
              <p:spPr>
                <a:xfrm>
                  <a:off x="6926635" y="1752572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E2060F88-7F4E-B0F0-CF98-99C771E5CEB9}"/>
                    </a:ext>
                  </a:extLst>
                </p:cNvPr>
                <p:cNvSpPr/>
                <p:nvPr/>
              </p:nvSpPr>
              <p:spPr>
                <a:xfrm>
                  <a:off x="6926635" y="209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96" name="Rectangle 195">
                  <a:extLst>
                    <a:ext uri="{FF2B5EF4-FFF2-40B4-BE49-F238E27FC236}">
                      <a16:creationId xmlns:a16="http://schemas.microsoft.com/office/drawing/2014/main" id="{18C44374-94B2-2057-0F9D-DD377E9E2767}"/>
                    </a:ext>
                  </a:extLst>
                </p:cNvPr>
                <p:cNvSpPr/>
                <p:nvPr/>
              </p:nvSpPr>
              <p:spPr>
                <a:xfrm>
                  <a:off x="6926635" y="245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97" name="Rectangle 196">
                  <a:extLst>
                    <a:ext uri="{FF2B5EF4-FFF2-40B4-BE49-F238E27FC236}">
                      <a16:creationId xmlns:a16="http://schemas.microsoft.com/office/drawing/2014/main" id="{6007851E-7F5C-B682-5960-83D7F75D4F0F}"/>
                    </a:ext>
                  </a:extLst>
                </p:cNvPr>
                <p:cNvSpPr/>
                <p:nvPr/>
              </p:nvSpPr>
              <p:spPr>
                <a:xfrm>
                  <a:off x="6923124" y="281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0EAFCC66-B0DB-22FD-B00E-C955FC26F1C4}"/>
                    </a:ext>
                  </a:extLst>
                </p:cNvPr>
                <p:cNvSpPr/>
                <p:nvPr/>
              </p:nvSpPr>
              <p:spPr>
                <a:xfrm>
                  <a:off x="6923124" y="317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5B8EA208-EA0C-C5EE-C5F3-BB647F7E3156}"/>
                  </a:ext>
                </a:extLst>
              </p:cNvPr>
              <p:cNvGrpSpPr/>
              <p:nvPr/>
            </p:nvGrpSpPr>
            <p:grpSpPr>
              <a:xfrm>
                <a:off x="7091344" y="1392572"/>
                <a:ext cx="363511" cy="2144732"/>
                <a:chOff x="6923124" y="1392572"/>
                <a:chExt cx="363511" cy="2144732"/>
              </a:xfrm>
              <a:grpFill/>
            </p:grpSpPr>
            <p:sp>
              <p:nvSpPr>
                <p:cNvPr id="187" name="Rectangle 186">
                  <a:extLst>
                    <a:ext uri="{FF2B5EF4-FFF2-40B4-BE49-F238E27FC236}">
                      <a16:creationId xmlns:a16="http://schemas.microsoft.com/office/drawing/2014/main" id="{3D6FE33A-6AA8-6312-8988-8D7C24CCCB11}"/>
                    </a:ext>
                  </a:extLst>
                </p:cNvPr>
                <p:cNvSpPr/>
                <p:nvPr/>
              </p:nvSpPr>
              <p:spPr>
                <a:xfrm>
                  <a:off x="6926635" y="1392572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88" name="Rectangle 187">
                  <a:extLst>
                    <a:ext uri="{FF2B5EF4-FFF2-40B4-BE49-F238E27FC236}">
                      <a16:creationId xmlns:a16="http://schemas.microsoft.com/office/drawing/2014/main" id="{A1FAEEE9-FF57-52B3-C3BC-B2AABA83FFF6}"/>
                    </a:ext>
                  </a:extLst>
                </p:cNvPr>
                <p:cNvSpPr/>
                <p:nvPr/>
              </p:nvSpPr>
              <p:spPr>
                <a:xfrm>
                  <a:off x="6926635" y="1752572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9ABF7EF3-800C-A97C-037A-9C9A2A7A6DE6}"/>
                    </a:ext>
                  </a:extLst>
                </p:cNvPr>
                <p:cNvSpPr/>
                <p:nvPr/>
              </p:nvSpPr>
              <p:spPr>
                <a:xfrm>
                  <a:off x="6926635" y="209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C975EA72-E542-85D8-E4C9-FEE85FF5A481}"/>
                    </a:ext>
                  </a:extLst>
                </p:cNvPr>
                <p:cNvSpPr/>
                <p:nvPr/>
              </p:nvSpPr>
              <p:spPr>
                <a:xfrm>
                  <a:off x="6926635" y="245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91" name="Rectangle 190">
                  <a:extLst>
                    <a:ext uri="{FF2B5EF4-FFF2-40B4-BE49-F238E27FC236}">
                      <a16:creationId xmlns:a16="http://schemas.microsoft.com/office/drawing/2014/main" id="{A472D473-1C6B-3D54-10D4-579A8E4B9A12}"/>
                    </a:ext>
                  </a:extLst>
                </p:cNvPr>
                <p:cNvSpPr/>
                <p:nvPr/>
              </p:nvSpPr>
              <p:spPr>
                <a:xfrm>
                  <a:off x="6923124" y="281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D7425ABE-CB61-C22E-E7DD-4FFCED735FC5}"/>
                    </a:ext>
                  </a:extLst>
                </p:cNvPr>
                <p:cNvSpPr/>
                <p:nvPr/>
              </p:nvSpPr>
              <p:spPr>
                <a:xfrm>
                  <a:off x="6923124" y="3177304"/>
                  <a:ext cx="360000" cy="360000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</p:grp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932A13E2-0991-4D78-7A2C-6EA3CD1E10B9}"/>
                </a:ext>
              </a:extLst>
            </p:cNvPr>
            <p:cNvGrpSpPr/>
            <p:nvPr/>
          </p:nvGrpSpPr>
          <p:grpSpPr>
            <a:xfrm>
              <a:off x="2358672" y="5687172"/>
              <a:ext cx="2177559" cy="360000"/>
              <a:chOff x="2358672" y="5687172"/>
              <a:chExt cx="2177559" cy="360000"/>
            </a:xfrm>
          </p:grpSpPr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F6DF3588-804C-550F-E303-D03DF01AAC45}"/>
                  </a:ext>
                </a:extLst>
              </p:cNvPr>
              <p:cNvSpPr/>
              <p:nvPr/>
            </p:nvSpPr>
            <p:spPr>
              <a:xfrm>
                <a:off x="2358672" y="5687172"/>
                <a:ext cx="360000" cy="36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13</a:t>
                </a: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8CB1A741-834F-7553-A2B2-6BA7A9F9C1F8}"/>
                  </a:ext>
                </a:extLst>
              </p:cNvPr>
              <p:cNvSpPr/>
              <p:nvPr/>
            </p:nvSpPr>
            <p:spPr>
              <a:xfrm>
                <a:off x="4176231" y="5687172"/>
                <a:ext cx="360000" cy="36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410321C0-AF3C-A642-9671-E3360E1C8EE3}"/>
                  </a:ext>
                </a:extLst>
              </p:cNvPr>
              <p:cNvSpPr/>
              <p:nvPr/>
            </p:nvSpPr>
            <p:spPr>
              <a:xfrm>
                <a:off x="2722184" y="5687172"/>
                <a:ext cx="360000" cy="36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987CE158-354C-ED5D-3C40-0BD20344D98F}"/>
                  </a:ext>
                </a:extLst>
              </p:cNvPr>
              <p:cNvSpPr/>
              <p:nvPr/>
            </p:nvSpPr>
            <p:spPr>
              <a:xfrm>
                <a:off x="3085696" y="5687172"/>
                <a:ext cx="360000" cy="36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E5E0D8D7-922B-6961-3AD3-B9848B917FD6}"/>
                  </a:ext>
                </a:extLst>
              </p:cNvPr>
              <p:cNvSpPr/>
              <p:nvPr/>
            </p:nvSpPr>
            <p:spPr>
              <a:xfrm>
                <a:off x="3449208" y="5687172"/>
                <a:ext cx="360000" cy="36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C17F7A59-6173-6FFE-F047-3AAEE518EF98}"/>
                  </a:ext>
                </a:extLst>
              </p:cNvPr>
              <p:cNvSpPr/>
              <p:nvPr/>
            </p:nvSpPr>
            <p:spPr>
              <a:xfrm>
                <a:off x="3812720" y="5687172"/>
                <a:ext cx="360000" cy="36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B568D18C-96A1-DCDC-4961-5D5384C99526}"/>
                </a:ext>
              </a:extLst>
            </p:cNvPr>
            <p:cNvGrpSpPr/>
            <p:nvPr/>
          </p:nvGrpSpPr>
          <p:grpSpPr>
            <a:xfrm>
              <a:off x="4539742" y="5682036"/>
              <a:ext cx="2177559" cy="360000"/>
              <a:chOff x="2358672" y="5687172"/>
              <a:chExt cx="2177559" cy="360000"/>
            </a:xfrm>
            <a:solidFill>
              <a:srgbClr val="FF0000"/>
            </a:solidFill>
          </p:grpSpPr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BBFB1046-EB21-728E-CE39-A1217FD9992D}"/>
                  </a:ext>
                </a:extLst>
              </p:cNvPr>
              <p:cNvSpPr/>
              <p:nvPr/>
            </p:nvSpPr>
            <p:spPr>
              <a:xfrm>
                <a:off x="2358672" y="56871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13B17517-342E-55FD-A85C-D5C80D5DD9EA}"/>
                  </a:ext>
                </a:extLst>
              </p:cNvPr>
              <p:cNvSpPr/>
              <p:nvPr/>
            </p:nvSpPr>
            <p:spPr>
              <a:xfrm>
                <a:off x="4176231" y="56871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D2AAE5CD-51A9-B9BB-DD66-708DF2307AC6}"/>
                  </a:ext>
                </a:extLst>
              </p:cNvPr>
              <p:cNvSpPr/>
              <p:nvPr/>
            </p:nvSpPr>
            <p:spPr>
              <a:xfrm>
                <a:off x="2722184" y="56871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AABF89EB-FA9E-E7A8-0BF5-1AB2466C0A18}"/>
                  </a:ext>
                </a:extLst>
              </p:cNvPr>
              <p:cNvSpPr/>
              <p:nvPr/>
            </p:nvSpPr>
            <p:spPr>
              <a:xfrm>
                <a:off x="3085696" y="56871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FDA772D5-4D6C-F119-AE91-F55EFBE0A343}"/>
                  </a:ext>
                </a:extLst>
              </p:cNvPr>
              <p:cNvSpPr/>
              <p:nvPr/>
            </p:nvSpPr>
            <p:spPr>
              <a:xfrm>
                <a:off x="3449208" y="56871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A7F8C2F4-4F3B-3D0D-1568-B265D3E75C1E}"/>
                  </a:ext>
                </a:extLst>
              </p:cNvPr>
              <p:cNvSpPr/>
              <p:nvPr/>
            </p:nvSpPr>
            <p:spPr>
              <a:xfrm>
                <a:off x="3812720" y="56871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5D954412-B96A-7EB9-A300-5AB84C4FA1AA}"/>
                </a:ext>
              </a:extLst>
            </p:cNvPr>
            <p:cNvSpPr/>
            <p:nvPr/>
          </p:nvSpPr>
          <p:spPr>
            <a:xfrm>
              <a:off x="6724323" y="5682036"/>
              <a:ext cx="3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15CDF685-5643-BA92-424D-3F423DFD5406}"/>
                </a:ext>
              </a:extLst>
            </p:cNvPr>
            <p:cNvSpPr/>
            <p:nvPr/>
          </p:nvSpPr>
          <p:spPr>
            <a:xfrm>
              <a:off x="7084323" y="5682036"/>
              <a:ext cx="3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216" name="TextBox 215">
            <a:extLst>
              <a:ext uri="{FF2B5EF4-FFF2-40B4-BE49-F238E27FC236}">
                <a16:creationId xmlns:a16="http://schemas.microsoft.com/office/drawing/2014/main" id="{825CAF58-171C-4B6F-F246-D6E166D7C283}"/>
              </a:ext>
            </a:extLst>
          </p:cNvPr>
          <p:cNvSpPr txBox="1"/>
          <p:nvPr/>
        </p:nvSpPr>
        <p:spPr>
          <a:xfrm>
            <a:off x="2646955" y="1268707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(0,0)</a:t>
            </a: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15C3A92C-15D1-C686-149B-C662520EC079}"/>
              </a:ext>
            </a:extLst>
          </p:cNvPr>
          <p:cNvSpPr/>
          <p:nvPr/>
        </p:nvSpPr>
        <p:spPr>
          <a:xfrm>
            <a:off x="3076222" y="1506122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850D45D7-499A-3BF6-B317-7D81827FB632}"/>
              </a:ext>
            </a:extLst>
          </p:cNvPr>
          <p:cNvSpPr/>
          <p:nvPr/>
        </p:nvSpPr>
        <p:spPr>
          <a:xfrm>
            <a:off x="5283045" y="1506122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9D82ECE-73E7-C03D-61DB-635687A7F6A2}"/>
              </a:ext>
            </a:extLst>
          </p:cNvPr>
          <p:cNvSpPr txBox="1"/>
          <p:nvPr/>
        </p:nvSpPr>
        <p:spPr>
          <a:xfrm>
            <a:off x="4890269" y="1258171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(0,6)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81FAC93B-164E-9EA8-BC79-F02E583897D3}"/>
              </a:ext>
            </a:extLst>
          </p:cNvPr>
          <p:cNvSpPr/>
          <p:nvPr/>
        </p:nvSpPr>
        <p:spPr>
          <a:xfrm>
            <a:off x="7441873" y="1516324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1376261-C96D-1E77-38D3-35090823B9C7}"/>
              </a:ext>
            </a:extLst>
          </p:cNvPr>
          <p:cNvSpPr txBox="1"/>
          <p:nvPr/>
        </p:nvSpPr>
        <p:spPr>
          <a:xfrm>
            <a:off x="6984212" y="1263804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(0,12)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ABBA0359-0601-39E5-94B2-EDBAC821CF40}"/>
              </a:ext>
            </a:extLst>
          </p:cNvPr>
          <p:cNvSpPr/>
          <p:nvPr/>
        </p:nvSpPr>
        <p:spPr>
          <a:xfrm>
            <a:off x="3076222" y="3654973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5026978D-C8B8-F451-D949-0916963AAC4F}"/>
              </a:ext>
            </a:extLst>
          </p:cNvPr>
          <p:cNvSpPr/>
          <p:nvPr/>
        </p:nvSpPr>
        <p:spPr>
          <a:xfrm>
            <a:off x="3076222" y="5805788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D8F7BE0-EEAC-887C-4652-A8E41684D9D2}"/>
              </a:ext>
            </a:extLst>
          </p:cNvPr>
          <p:cNvSpPr txBox="1"/>
          <p:nvPr/>
        </p:nvSpPr>
        <p:spPr>
          <a:xfrm>
            <a:off x="2614835" y="3471902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(6,0)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72F8CCF-B16D-052B-C988-C34C9C1D9EAB}"/>
              </a:ext>
            </a:extLst>
          </p:cNvPr>
          <p:cNvSpPr txBox="1"/>
          <p:nvPr/>
        </p:nvSpPr>
        <p:spPr>
          <a:xfrm>
            <a:off x="2558051" y="5597822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(12,0)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D66CC805-EE36-C5E2-83DF-0D916BB0B9F3}"/>
              </a:ext>
            </a:extLst>
          </p:cNvPr>
          <p:cNvSpPr txBox="1"/>
          <p:nvPr/>
        </p:nvSpPr>
        <p:spPr>
          <a:xfrm>
            <a:off x="3945017" y="2170871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7B4DFB50-275F-5A2A-BD00-D56849D601E2}"/>
              </a:ext>
            </a:extLst>
          </p:cNvPr>
          <p:cNvSpPr txBox="1"/>
          <p:nvPr/>
        </p:nvSpPr>
        <p:spPr>
          <a:xfrm>
            <a:off x="6143602" y="2209068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067B55B7-8000-2E77-713E-8C6C99EF14CC}"/>
              </a:ext>
            </a:extLst>
          </p:cNvPr>
          <p:cNvSpPr txBox="1"/>
          <p:nvPr/>
        </p:nvSpPr>
        <p:spPr>
          <a:xfrm>
            <a:off x="7601689" y="2176007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82AA916-6764-4E6F-7944-54B4F6262BDB}"/>
              </a:ext>
            </a:extLst>
          </p:cNvPr>
          <p:cNvSpPr txBox="1"/>
          <p:nvPr/>
        </p:nvSpPr>
        <p:spPr>
          <a:xfrm>
            <a:off x="3949932" y="4324981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C8E93DFF-E9BC-6750-754A-B48048226301}"/>
              </a:ext>
            </a:extLst>
          </p:cNvPr>
          <p:cNvSpPr txBox="1"/>
          <p:nvPr/>
        </p:nvSpPr>
        <p:spPr>
          <a:xfrm>
            <a:off x="6099944" y="4320739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8A6D0A1-8B26-E8B7-D53E-90F75F2ECC67}"/>
              </a:ext>
            </a:extLst>
          </p:cNvPr>
          <p:cNvSpPr txBox="1"/>
          <p:nvPr/>
        </p:nvSpPr>
        <p:spPr>
          <a:xfrm>
            <a:off x="7571716" y="4279391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B07888F-5C6F-6775-77F8-E4F1518434C3}"/>
              </a:ext>
            </a:extLst>
          </p:cNvPr>
          <p:cNvSpPr txBox="1"/>
          <p:nvPr/>
        </p:nvSpPr>
        <p:spPr>
          <a:xfrm>
            <a:off x="3882956" y="5667136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7BD16BD-BBE3-CE53-16F8-6530F3F2ED4A}"/>
              </a:ext>
            </a:extLst>
          </p:cNvPr>
          <p:cNvSpPr txBox="1"/>
          <p:nvPr/>
        </p:nvSpPr>
        <p:spPr>
          <a:xfrm>
            <a:off x="6123982" y="5675827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43390297-FB4F-3E51-EE17-CCF8DFF3E1CB}"/>
              </a:ext>
            </a:extLst>
          </p:cNvPr>
          <p:cNvSpPr txBox="1"/>
          <p:nvPr/>
        </p:nvSpPr>
        <p:spPr>
          <a:xfrm>
            <a:off x="7615899" y="5745471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97221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46AC3161-F5C2-4ABB-B4F2-7AFD701ACF1F}"/>
              </a:ext>
            </a:extLst>
          </p:cNvPr>
          <p:cNvGrpSpPr/>
          <p:nvPr/>
        </p:nvGrpSpPr>
        <p:grpSpPr>
          <a:xfrm>
            <a:off x="2632936" y="1326399"/>
            <a:ext cx="2181070" cy="2144732"/>
            <a:chOff x="2362184" y="1392572"/>
            <a:chExt cx="2181070" cy="21447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35FD64-FA34-0061-13DE-327C8770F4F4}"/>
                </a:ext>
              </a:extLst>
            </p:cNvPr>
            <p:cNvSpPr/>
            <p:nvPr/>
          </p:nvSpPr>
          <p:spPr>
            <a:xfrm>
              <a:off x="2365695" y="139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3B3631-426F-06EA-3E7A-753A40DEDC15}"/>
                </a:ext>
              </a:extLst>
            </p:cNvPr>
            <p:cNvSpPr/>
            <p:nvPr/>
          </p:nvSpPr>
          <p:spPr>
            <a:xfrm>
              <a:off x="4183254" y="139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6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39D4312-C8FF-0184-2B48-CF3EBD8DA0F5}"/>
                </a:ext>
              </a:extLst>
            </p:cNvPr>
            <p:cNvSpPr/>
            <p:nvPr/>
          </p:nvSpPr>
          <p:spPr>
            <a:xfrm>
              <a:off x="2729207" y="139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311BC0-298D-A2E9-731B-986C3C00D126}"/>
                </a:ext>
              </a:extLst>
            </p:cNvPr>
            <p:cNvSpPr/>
            <p:nvPr/>
          </p:nvSpPr>
          <p:spPr>
            <a:xfrm>
              <a:off x="3092719" y="139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602E27-F67C-A713-44DE-D93B4C3A70B1}"/>
                </a:ext>
              </a:extLst>
            </p:cNvPr>
            <p:cNvSpPr/>
            <p:nvPr/>
          </p:nvSpPr>
          <p:spPr>
            <a:xfrm>
              <a:off x="3456231" y="139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4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5F575D-1852-33F5-AF2E-D79FC39021F2}"/>
                </a:ext>
              </a:extLst>
            </p:cNvPr>
            <p:cNvSpPr/>
            <p:nvPr/>
          </p:nvSpPr>
          <p:spPr>
            <a:xfrm>
              <a:off x="3819743" y="139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6EABA5D-F1C2-CE43-E5BB-4843C2D8A201}"/>
                </a:ext>
              </a:extLst>
            </p:cNvPr>
            <p:cNvSpPr/>
            <p:nvPr/>
          </p:nvSpPr>
          <p:spPr>
            <a:xfrm>
              <a:off x="2365695" y="175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15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28A37F-1B06-BD9D-0360-8227EA9A31FE}"/>
                </a:ext>
              </a:extLst>
            </p:cNvPr>
            <p:cNvSpPr/>
            <p:nvPr/>
          </p:nvSpPr>
          <p:spPr>
            <a:xfrm>
              <a:off x="4183254" y="175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160065B-6DF4-EC52-20F8-5CDEABA8EEF5}"/>
                </a:ext>
              </a:extLst>
            </p:cNvPr>
            <p:cNvSpPr/>
            <p:nvPr/>
          </p:nvSpPr>
          <p:spPr>
            <a:xfrm>
              <a:off x="2729207" y="175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16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44D9A5E-463A-D56C-3779-6367C92134D4}"/>
                </a:ext>
              </a:extLst>
            </p:cNvPr>
            <p:cNvSpPr/>
            <p:nvPr/>
          </p:nvSpPr>
          <p:spPr>
            <a:xfrm>
              <a:off x="3092719" y="175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17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AB4DBF4-04CB-833C-1F17-4DA0C86F9DC3}"/>
                </a:ext>
              </a:extLst>
            </p:cNvPr>
            <p:cNvSpPr/>
            <p:nvPr/>
          </p:nvSpPr>
          <p:spPr>
            <a:xfrm>
              <a:off x="3456231" y="175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18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DF52610-6C9E-0C8A-36FD-F09F9E90F693}"/>
                </a:ext>
              </a:extLst>
            </p:cNvPr>
            <p:cNvSpPr/>
            <p:nvPr/>
          </p:nvSpPr>
          <p:spPr>
            <a:xfrm>
              <a:off x="3819743" y="1752572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19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A4D0809-780F-5634-3647-FC7AF9C69923}"/>
                </a:ext>
              </a:extLst>
            </p:cNvPr>
            <p:cNvSpPr/>
            <p:nvPr/>
          </p:nvSpPr>
          <p:spPr>
            <a:xfrm>
              <a:off x="2365695" y="209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29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C02A17F-EF01-376B-CAFF-763468CF346A}"/>
                </a:ext>
              </a:extLst>
            </p:cNvPr>
            <p:cNvSpPr/>
            <p:nvPr/>
          </p:nvSpPr>
          <p:spPr>
            <a:xfrm>
              <a:off x="4183254" y="209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34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258FCEE-7777-E764-5426-1944EA57D459}"/>
                </a:ext>
              </a:extLst>
            </p:cNvPr>
            <p:cNvSpPr/>
            <p:nvPr/>
          </p:nvSpPr>
          <p:spPr>
            <a:xfrm>
              <a:off x="2729207" y="209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7BDB5ED-7B56-22C8-068E-42067E3D7D41}"/>
                </a:ext>
              </a:extLst>
            </p:cNvPr>
            <p:cNvSpPr/>
            <p:nvPr/>
          </p:nvSpPr>
          <p:spPr>
            <a:xfrm>
              <a:off x="3092719" y="209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3CFA439-18F8-3B48-4CFF-374E87FEEB5D}"/>
                </a:ext>
              </a:extLst>
            </p:cNvPr>
            <p:cNvSpPr/>
            <p:nvPr/>
          </p:nvSpPr>
          <p:spPr>
            <a:xfrm>
              <a:off x="3456231" y="209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32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AE29C17-868C-A1A6-5F21-C3EFAA3665FE}"/>
                </a:ext>
              </a:extLst>
            </p:cNvPr>
            <p:cNvSpPr/>
            <p:nvPr/>
          </p:nvSpPr>
          <p:spPr>
            <a:xfrm>
              <a:off x="3819743" y="209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33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E4C016D-7E7B-EEC3-2F19-4EF886EF2B25}"/>
                </a:ext>
              </a:extLst>
            </p:cNvPr>
            <p:cNvSpPr/>
            <p:nvPr/>
          </p:nvSpPr>
          <p:spPr>
            <a:xfrm>
              <a:off x="2365695" y="245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43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3CEE9B5-BA62-6A8F-CE48-1512B2D40FE6}"/>
                </a:ext>
              </a:extLst>
            </p:cNvPr>
            <p:cNvSpPr/>
            <p:nvPr/>
          </p:nvSpPr>
          <p:spPr>
            <a:xfrm>
              <a:off x="4183254" y="245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48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D7453FB-457C-F16B-E5F2-90F20E506DC2}"/>
                </a:ext>
              </a:extLst>
            </p:cNvPr>
            <p:cNvSpPr/>
            <p:nvPr/>
          </p:nvSpPr>
          <p:spPr>
            <a:xfrm>
              <a:off x="2729207" y="245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44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FE4CACF-93B0-B134-AF7E-9BB3EF224E7A}"/>
                </a:ext>
              </a:extLst>
            </p:cNvPr>
            <p:cNvSpPr/>
            <p:nvPr/>
          </p:nvSpPr>
          <p:spPr>
            <a:xfrm>
              <a:off x="3092719" y="245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45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E12B709-76C6-90E4-060A-36595BC186F7}"/>
                </a:ext>
              </a:extLst>
            </p:cNvPr>
            <p:cNvSpPr/>
            <p:nvPr/>
          </p:nvSpPr>
          <p:spPr>
            <a:xfrm>
              <a:off x="3456231" y="245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46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65E04A7-C321-7C62-A120-9373800F98A2}"/>
                </a:ext>
              </a:extLst>
            </p:cNvPr>
            <p:cNvSpPr/>
            <p:nvPr/>
          </p:nvSpPr>
          <p:spPr>
            <a:xfrm>
              <a:off x="3819743" y="245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47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A2DAB06-DE05-50D2-53A3-B2E23CFE74E4}"/>
                </a:ext>
              </a:extLst>
            </p:cNvPr>
            <p:cNvSpPr/>
            <p:nvPr/>
          </p:nvSpPr>
          <p:spPr>
            <a:xfrm>
              <a:off x="2362184" y="281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57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CBA0C7B-DEA0-BB83-3C45-AF99BFD003F3}"/>
                </a:ext>
              </a:extLst>
            </p:cNvPr>
            <p:cNvSpPr/>
            <p:nvPr/>
          </p:nvSpPr>
          <p:spPr>
            <a:xfrm>
              <a:off x="4179743" y="281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62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E1668A1-0954-4A02-887A-20A3EF98C3B9}"/>
                </a:ext>
              </a:extLst>
            </p:cNvPr>
            <p:cNvSpPr/>
            <p:nvPr/>
          </p:nvSpPr>
          <p:spPr>
            <a:xfrm>
              <a:off x="2725696" y="281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58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1D98D20-86C7-8489-6D7C-443D9DEF0E6A}"/>
                </a:ext>
              </a:extLst>
            </p:cNvPr>
            <p:cNvSpPr/>
            <p:nvPr/>
          </p:nvSpPr>
          <p:spPr>
            <a:xfrm>
              <a:off x="3089208" y="281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59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FC7749A-1328-1C6F-F954-85FBD9645D7F}"/>
                </a:ext>
              </a:extLst>
            </p:cNvPr>
            <p:cNvSpPr/>
            <p:nvPr/>
          </p:nvSpPr>
          <p:spPr>
            <a:xfrm>
              <a:off x="3452720" y="281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60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367EFBE-3E3C-ACA7-4A4B-67FD3470539D}"/>
                </a:ext>
              </a:extLst>
            </p:cNvPr>
            <p:cNvSpPr/>
            <p:nvPr/>
          </p:nvSpPr>
          <p:spPr>
            <a:xfrm>
              <a:off x="3816232" y="281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61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4BCD8D0-EEBF-5620-1BE3-AF1F4F0881DC}"/>
                </a:ext>
              </a:extLst>
            </p:cNvPr>
            <p:cNvSpPr/>
            <p:nvPr/>
          </p:nvSpPr>
          <p:spPr>
            <a:xfrm>
              <a:off x="2362184" y="317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1F404A9-35B3-09B5-4EE6-53B7BAA27E8F}"/>
                </a:ext>
              </a:extLst>
            </p:cNvPr>
            <p:cNvSpPr/>
            <p:nvPr/>
          </p:nvSpPr>
          <p:spPr>
            <a:xfrm>
              <a:off x="4179743" y="317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76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E592FC-50B2-9767-0121-76A574FBD387}"/>
                </a:ext>
              </a:extLst>
            </p:cNvPr>
            <p:cNvSpPr/>
            <p:nvPr/>
          </p:nvSpPr>
          <p:spPr>
            <a:xfrm>
              <a:off x="2725696" y="317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72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0B0AA66-8C7B-9626-09F4-101D15864F6B}"/>
                </a:ext>
              </a:extLst>
            </p:cNvPr>
            <p:cNvSpPr/>
            <p:nvPr/>
          </p:nvSpPr>
          <p:spPr>
            <a:xfrm>
              <a:off x="3089208" y="317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73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A4A5A32-A542-EB66-1387-DCE36FF1A94E}"/>
                </a:ext>
              </a:extLst>
            </p:cNvPr>
            <p:cNvSpPr/>
            <p:nvPr/>
          </p:nvSpPr>
          <p:spPr>
            <a:xfrm>
              <a:off x="3452720" y="317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74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42ACBF9-645F-D679-D4BB-F8EB6D59A5F7}"/>
                </a:ext>
              </a:extLst>
            </p:cNvPr>
            <p:cNvSpPr/>
            <p:nvPr/>
          </p:nvSpPr>
          <p:spPr>
            <a:xfrm>
              <a:off x="3816232" y="3177304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75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CCA03AE-8378-0EF9-1826-63A43D35F5B7}"/>
              </a:ext>
            </a:extLst>
          </p:cNvPr>
          <p:cNvGrpSpPr/>
          <p:nvPr/>
        </p:nvGrpSpPr>
        <p:grpSpPr>
          <a:xfrm>
            <a:off x="5307898" y="1377949"/>
            <a:ext cx="2181070" cy="2144732"/>
            <a:chOff x="2362184" y="1392572"/>
            <a:chExt cx="2181070" cy="2144732"/>
          </a:xfrm>
          <a:solidFill>
            <a:schemeClr val="accent1">
              <a:lumMod val="50000"/>
            </a:schemeClr>
          </a:solidFill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100A4EC-6C6F-83D6-0F6C-ACFAC459DE99}"/>
                </a:ext>
              </a:extLst>
            </p:cNvPr>
            <p:cNvSpPr/>
            <p:nvPr/>
          </p:nvSpPr>
          <p:spPr>
            <a:xfrm>
              <a:off x="2365695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4035D14-CA68-685E-9F72-C47E66B17DE9}"/>
                </a:ext>
              </a:extLst>
            </p:cNvPr>
            <p:cNvSpPr/>
            <p:nvPr/>
          </p:nvSpPr>
          <p:spPr>
            <a:xfrm>
              <a:off x="4183254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A92A369-4539-E91E-49B9-41D8E18BE131}"/>
                </a:ext>
              </a:extLst>
            </p:cNvPr>
            <p:cNvSpPr/>
            <p:nvPr/>
          </p:nvSpPr>
          <p:spPr>
            <a:xfrm>
              <a:off x="2729207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8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1D54833-5B5E-FD47-0DA1-D233C03EDD2D}"/>
                </a:ext>
              </a:extLst>
            </p:cNvPr>
            <p:cNvSpPr/>
            <p:nvPr/>
          </p:nvSpPr>
          <p:spPr>
            <a:xfrm>
              <a:off x="3092719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9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A6EC7C4-2426-4F35-0CFC-425627D3F6C6}"/>
                </a:ext>
              </a:extLst>
            </p:cNvPr>
            <p:cNvSpPr/>
            <p:nvPr/>
          </p:nvSpPr>
          <p:spPr>
            <a:xfrm>
              <a:off x="3456231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ECCE4B7-45B5-9FC9-B62D-BBE993AABF6C}"/>
                </a:ext>
              </a:extLst>
            </p:cNvPr>
            <p:cNvSpPr/>
            <p:nvPr/>
          </p:nvSpPr>
          <p:spPr>
            <a:xfrm>
              <a:off x="3819743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87A9644-D1DB-6033-3BB5-D9CF7C8ECB82}"/>
                </a:ext>
              </a:extLst>
            </p:cNvPr>
            <p:cNvSpPr/>
            <p:nvPr/>
          </p:nvSpPr>
          <p:spPr>
            <a:xfrm>
              <a:off x="2365695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21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47AD363-4D1C-C88A-6B8C-364BDAA5FB08}"/>
                </a:ext>
              </a:extLst>
            </p:cNvPr>
            <p:cNvSpPr/>
            <p:nvPr/>
          </p:nvSpPr>
          <p:spPr>
            <a:xfrm>
              <a:off x="4183254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26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0BD455D-6124-47E4-09CB-71E274EBD3CC}"/>
                </a:ext>
              </a:extLst>
            </p:cNvPr>
            <p:cNvSpPr/>
            <p:nvPr/>
          </p:nvSpPr>
          <p:spPr>
            <a:xfrm>
              <a:off x="2729207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22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7CEE6CA-ED04-9AE6-A9CB-AB746E9D64B4}"/>
                </a:ext>
              </a:extLst>
            </p:cNvPr>
            <p:cNvSpPr/>
            <p:nvPr/>
          </p:nvSpPr>
          <p:spPr>
            <a:xfrm>
              <a:off x="3092719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23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2D42090-6A00-8637-009F-60358DD9ED75}"/>
                </a:ext>
              </a:extLst>
            </p:cNvPr>
            <p:cNvSpPr/>
            <p:nvPr/>
          </p:nvSpPr>
          <p:spPr>
            <a:xfrm>
              <a:off x="3456231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24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7953033-A1A3-9B9D-78C4-1EFDBCA05F3B}"/>
                </a:ext>
              </a:extLst>
            </p:cNvPr>
            <p:cNvSpPr/>
            <p:nvPr/>
          </p:nvSpPr>
          <p:spPr>
            <a:xfrm>
              <a:off x="3819743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25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20725E7-197F-E626-5B5D-ABB91478FAAE}"/>
                </a:ext>
              </a:extLst>
            </p:cNvPr>
            <p:cNvSpPr/>
            <p:nvPr/>
          </p:nvSpPr>
          <p:spPr>
            <a:xfrm>
              <a:off x="2365695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35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2B97668-E124-53C0-40CE-5973B3CA4B90}"/>
                </a:ext>
              </a:extLst>
            </p:cNvPr>
            <p:cNvSpPr/>
            <p:nvPr/>
          </p:nvSpPr>
          <p:spPr>
            <a:xfrm>
              <a:off x="4183254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40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C0C1CDA-9A91-56CB-A39C-85E7AED47178}"/>
                </a:ext>
              </a:extLst>
            </p:cNvPr>
            <p:cNvSpPr/>
            <p:nvPr/>
          </p:nvSpPr>
          <p:spPr>
            <a:xfrm>
              <a:off x="2729207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36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4CC110C-311A-9512-FEAC-9A655CA41A6D}"/>
                </a:ext>
              </a:extLst>
            </p:cNvPr>
            <p:cNvSpPr/>
            <p:nvPr/>
          </p:nvSpPr>
          <p:spPr>
            <a:xfrm>
              <a:off x="3092719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37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A6F6C9F-ADC8-06B5-7CCF-F5AF1300A4B5}"/>
                </a:ext>
              </a:extLst>
            </p:cNvPr>
            <p:cNvSpPr/>
            <p:nvPr/>
          </p:nvSpPr>
          <p:spPr>
            <a:xfrm>
              <a:off x="3456231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38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B07901E-92D1-33BF-2CFB-94B2F60C5A05}"/>
                </a:ext>
              </a:extLst>
            </p:cNvPr>
            <p:cNvSpPr/>
            <p:nvPr/>
          </p:nvSpPr>
          <p:spPr>
            <a:xfrm>
              <a:off x="3819743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39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A857767-5106-745D-ACBE-8D5BC2C34467}"/>
                </a:ext>
              </a:extLst>
            </p:cNvPr>
            <p:cNvSpPr/>
            <p:nvPr/>
          </p:nvSpPr>
          <p:spPr>
            <a:xfrm>
              <a:off x="2365695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49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F310D67-D428-126C-99BD-49DF33CBBC71}"/>
                </a:ext>
              </a:extLst>
            </p:cNvPr>
            <p:cNvSpPr/>
            <p:nvPr/>
          </p:nvSpPr>
          <p:spPr>
            <a:xfrm>
              <a:off x="4183254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54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5988977-D4C6-4A8B-05B3-BD34CE954F66}"/>
                </a:ext>
              </a:extLst>
            </p:cNvPr>
            <p:cNvSpPr/>
            <p:nvPr/>
          </p:nvSpPr>
          <p:spPr>
            <a:xfrm>
              <a:off x="2729207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50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D37B4A1-C093-06B4-634E-F25BE158031C}"/>
                </a:ext>
              </a:extLst>
            </p:cNvPr>
            <p:cNvSpPr/>
            <p:nvPr/>
          </p:nvSpPr>
          <p:spPr>
            <a:xfrm>
              <a:off x="3092719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51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A654F2C-2259-9556-BEAA-1FDAC928F412}"/>
                </a:ext>
              </a:extLst>
            </p:cNvPr>
            <p:cNvSpPr/>
            <p:nvPr/>
          </p:nvSpPr>
          <p:spPr>
            <a:xfrm>
              <a:off x="3456231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52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4987490-5904-E2BE-C2C2-115962AEADB9}"/>
                </a:ext>
              </a:extLst>
            </p:cNvPr>
            <p:cNvSpPr/>
            <p:nvPr/>
          </p:nvSpPr>
          <p:spPr>
            <a:xfrm>
              <a:off x="3819743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53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609070D-85AC-6656-C4A9-1C9AA51035CF}"/>
                </a:ext>
              </a:extLst>
            </p:cNvPr>
            <p:cNvSpPr/>
            <p:nvPr/>
          </p:nvSpPr>
          <p:spPr>
            <a:xfrm>
              <a:off x="2362184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63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D41F281-BDA0-1334-0DE6-F24277CBE3D4}"/>
                </a:ext>
              </a:extLst>
            </p:cNvPr>
            <p:cNvSpPr/>
            <p:nvPr/>
          </p:nvSpPr>
          <p:spPr>
            <a:xfrm>
              <a:off x="4179743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68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5B12D22-207A-8311-DF7D-B5B06169BE8C}"/>
                </a:ext>
              </a:extLst>
            </p:cNvPr>
            <p:cNvSpPr/>
            <p:nvPr/>
          </p:nvSpPr>
          <p:spPr>
            <a:xfrm>
              <a:off x="2725696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64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9CF6F4C-90DF-523A-12F7-39D59D0FECF5}"/>
                </a:ext>
              </a:extLst>
            </p:cNvPr>
            <p:cNvSpPr/>
            <p:nvPr/>
          </p:nvSpPr>
          <p:spPr>
            <a:xfrm>
              <a:off x="3089208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65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16E007C-246C-2BD8-F4F1-1E0A3BDFB99A}"/>
                </a:ext>
              </a:extLst>
            </p:cNvPr>
            <p:cNvSpPr/>
            <p:nvPr/>
          </p:nvSpPr>
          <p:spPr>
            <a:xfrm>
              <a:off x="3452720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66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B1276D7-C778-F75A-7787-79483279688A}"/>
                </a:ext>
              </a:extLst>
            </p:cNvPr>
            <p:cNvSpPr/>
            <p:nvPr/>
          </p:nvSpPr>
          <p:spPr>
            <a:xfrm>
              <a:off x="3816232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67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3D5E40B-885F-D3E8-FC48-DCC65AC2E746}"/>
                </a:ext>
              </a:extLst>
            </p:cNvPr>
            <p:cNvSpPr/>
            <p:nvPr/>
          </p:nvSpPr>
          <p:spPr>
            <a:xfrm>
              <a:off x="2362184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77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17E1E55-35AB-8FEC-C2C6-4966A6AC8A66}"/>
                </a:ext>
              </a:extLst>
            </p:cNvPr>
            <p:cNvSpPr/>
            <p:nvPr/>
          </p:nvSpPr>
          <p:spPr>
            <a:xfrm>
              <a:off x="4179743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82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C66061C-7D09-FA73-211D-E49538C904C8}"/>
                </a:ext>
              </a:extLst>
            </p:cNvPr>
            <p:cNvSpPr/>
            <p:nvPr/>
          </p:nvSpPr>
          <p:spPr>
            <a:xfrm>
              <a:off x="2725696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78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5571C6E-00E2-3526-AC66-5112B72499AD}"/>
                </a:ext>
              </a:extLst>
            </p:cNvPr>
            <p:cNvSpPr/>
            <p:nvPr/>
          </p:nvSpPr>
          <p:spPr>
            <a:xfrm>
              <a:off x="3089208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79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62A56D2-EDC2-38AA-8A3E-B59C238E7F55}"/>
                </a:ext>
              </a:extLst>
            </p:cNvPr>
            <p:cNvSpPr/>
            <p:nvPr/>
          </p:nvSpPr>
          <p:spPr>
            <a:xfrm>
              <a:off x="3452720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80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EAC0016-FECE-65DA-6F1D-2C44F2FF26D8}"/>
                </a:ext>
              </a:extLst>
            </p:cNvPr>
            <p:cNvSpPr/>
            <p:nvPr/>
          </p:nvSpPr>
          <p:spPr>
            <a:xfrm>
              <a:off x="3816232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81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22276A1-85CC-212A-3117-476B019BA752}"/>
              </a:ext>
            </a:extLst>
          </p:cNvPr>
          <p:cNvGrpSpPr/>
          <p:nvPr/>
        </p:nvGrpSpPr>
        <p:grpSpPr>
          <a:xfrm>
            <a:off x="2636447" y="3681528"/>
            <a:ext cx="2181070" cy="2144732"/>
            <a:chOff x="2362184" y="1392572"/>
            <a:chExt cx="2181070" cy="2144732"/>
          </a:xfrm>
          <a:solidFill>
            <a:schemeClr val="accent2">
              <a:lumMod val="75000"/>
            </a:schemeClr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1907324-993B-735C-054F-87500210EEFF}"/>
                </a:ext>
              </a:extLst>
            </p:cNvPr>
            <p:cNvSpPr/>
            <p:nvPr/>
          </p:nvSpPr>
          <p:spPr>
            <a:xfrm>
              <a:off x="2365695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85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A7E5932-8EF7-AB2A-F37E-4B6E7D4C657A}"/>
                </a:ext>
              </a:extLst>
            </p:cNvPr>
            <p:cNvSpPr/>
            <p:nvPr/>
          </p:nvSpPr>
          <p:spPr>
            <a:xfrm>
              <a:off x="4183254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90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745B787-8FD1-E7F5-4934-EFBAD509FE4C}"/>
                </a:ext>
              </a:extLst>
            </p:cNvPr>
            <p:cNvSpPr/>
            <p:nvPr/>
          </p:nvSpPr>
          <p:spPr>
            <a:xfrm>
              <a:off x="2729207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86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697B4E4-6480-E7E1-2837-084D846E0C03}"/>
                </a:ext>
              </a:extLst>
            </p:cNvPr>
            <p:cNvSpPr/>
            <p:nvPr/>
          </p:nvSpPr>
          <p:spPr>
            <a:xfrm>
              <a:off x="3092719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87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D7B8A88-405F-8C10-0537-F8B32853C782}"/>
                </a:ext>
              </a:extLst>
            </p:cNvPr>
            <p:cNvSpPr/>
            <p:nvPr/>
          </p:nvSpPr>
          <p:spPr>
            <a:xfrm>
              <a:off x="3456231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88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C82A128-9304-01A4-C0A6-297FF09D0A7D}"/>
                </a:ext>
              </a:extLst>
            </p:cNvPr>
            <p:cNvSpPr/>
            <p:nvPr/>
          </p:nvSpPr>
          <p:spPr>
            <a:xfrm>
              <a:off x="3819743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89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180A0BA-EA06-99E8-D52F-D065AD3DF9A6}"/>
                </a:ext>
              </a:extLst>
            </p:cNvPr>
            <p:cNvSpPr/>
            <p:nvPr/>
          </p:nvSpPr>
          <p:spPr>
            <a:xfrm>
              <a:off x="2365695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99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AF1B278-4FF2-34F2-50D6-2038C2A43270}"/>
                </a:ext>
              </a:extLst>
            </p:cNvPr>
            <p:cNvSpPr/>
            <p:nvPr/>
          </p:nvSpPr>
          <p:spPr>
            <a:xfrm>
              <a:off x="4183254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104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5761F48-9EA5-944C-5E5F-2A526D5D0DBB}"/>
                </a:ext>
              </a:extLst>
            </p:cNvPr>
            <p:cNvSpPr/>
            <p:nvPr/>
          </p:nvSpPr>
          <p:spPr>
            <a:xfrm>
              <a:off x="2729207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100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A006806-DE6E-1FC4-7E29-85A849E8C618}"/>
                </a:ext>
              </a:extLst>
            </p:cNvPr>
            <p:cNvSpPr/>
            <p:nvPr/>
          </p:nvSpPr>
          <p:spPr>
            <a:xfrm>
              <a:off x="3092719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101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9E5BAA2-27EA-58E8-C9BB-A44C09B79B15}"/>
                </a:ext>
              </a:extLst>
            </p:cNvPr>
            <p:cNvSpPr/>
            <p:nvPr/>
          </p:nvSpPr>
          <p:spPr>
            <a:xfrm>
              <a:off x="3456231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102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C8B0855-CF46-F0F2-430A-8D7C5E5A924E}"/>
                </a:ext>
              </a:extLst>
            </p:cNvPr>
            <p:cNvSpPr/>
            <p:nvPr/>
          </p:nvSpPr>
          <p:spPr>
            <a:xfrm>
              <a:off x="3819743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103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5BBF7FD-646F-2C10-A64C-648BCC0F646B}"/>
                </a:ext>
              </a:extLst>
            </p:cNvPr>
            <p:cNvSpPr/>
            <p:nvPr/>
          </p:nvSpPr>
          <p:spPr>
            <a:xfrm>
              <a:off x="2365695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113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26381F5-8321-F265-C126-949AF4EFF67F}"/>
                </a:ext>
              </a:extLst>
            </p:cNvPr>
            <p:cNvSpPr/>
            <p:nvPr/>
          </p:nvSpPr>
          <p:spPr>
            <a:xfrm>
              <a:off x="4183254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118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10BF85B-B496-032A-F3C3-989F63F5233A}"/>
                </a:ext>
              </a:extLst>
            </p:cNvPr>
            <p:cNvSpPr/>
            <p:nvPr/>
          </p:nvSpPr>
          <p:spPr>
            <a:xfrm>
              <a:off x="2729207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114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0376C33-49AD-E11D-400D-147AB9DBFDFB}"/>
                </a:ext>
              </a:extLst>
            </p:cNvPr>
            <p:cNvSpPr/>
            <p:nvPr/>
          </p:nvSpPr>
          <p:spPr>
            <a:xfrm>
              <a:off x="3092719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115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A0EEEFF-4031-88A1-B8F6-80C3659FFDF8}"/>
                </a:ext>
              </a:extLst>
            </p:cNvPr>
            <p:cNvSpPr/>
            <p:nvPr/>
          </p:nvSpPr>
          <p:spPr>
            <a:xfrm>
              <a:off x="3456231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116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9855040-6D18-AF4F-DDF6-C55946D09C68}"/>
                </a:ext>
              </a:extLst>
            </p:cNvPr>
            <p:cNvSpPr/>
            <p:nvPr/>
          </p:nvSpPr>
          <p:spPr>
            <a:xfrm>
              <a:off x="3819743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117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B440E3D-8044-579D-D8E4-00426B66011D}"/>
                </a:ext>
              </a:extLst>
            </p:cNvPr>
            <p:cNvSpPr/>
            <p:nvPr/>
          </p:nvSpPr>
          <p:spPr>
            <a:xfrm>
              <a:off x="2365695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127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F9AB1B7-9C13-9D34-0878-AB83FF6B3EE6}"/>
                </a:ext>
              </a:extLst>
            </p:cNvPr>
            <p:cNvSpPr/>
            <p:nvPr/>
          </p:nvSpPr>
          <p:spPr>
            <a:xfrm>
              <a:off x="4183254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132</a:t>
              </a: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17D26BC-E3AB-060C-D369-E3BB846D6CBD}"/>
                </a:ext>
              </a:extLst>
            </p:cNvPr>
            <p:cNvSpPr/>
            <p:nvPr/>
          </p:nvSpPr>
          <p:spPr>
            <a:xfrm>
              <a:off x="2729207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128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759D5BC-3CFB-C176-0C51-1C5038672FE6}"/>
                </a:ext>
              </a:extLst>
            </p:cNvPr>
            <p:cNvSpPr/>
            <p:nvPr/>
          </p:nvSpPr>
          <p:spPr>
            <a:xfrm>
              <a:off x="3092719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129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89F9639-69BD-811F-16B4-B6BA699ACB53}"/>
                </a:ext>
              </a:extLst>
            </p:cNvPr>
            <p:cNvSpPr/>
            <p:nvPr/>
          </p:nvSpPr>
          <p:spPr>
            <a:xfrm>
              <a:off x="3456231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130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74A387D-6F1F-9D40-C2B3-B7B363DB20B2}"/>
                </a:ext>
              </a:extLst>
            </p:cNvPr>
            <p:cNvSpPr/>
            <p:nvPr/>
          </p:nvSpPr>
          <p:spPr>
            <a:xfrm>
              <a:off x="3819743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131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50B5BA39-CDFB-EC8F-0654-1D6648AAA94B}"/>
                </a:ext>
              </a:extLst>
            </p:cNvPr>
            <p:cNvSpPr/>
            <p:nvPr/>
          </p:nvSpPr>
          <p:spPr>
            <a:xfrm>
              <a:off x="2362184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141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825CD67-62E8-89F7-1FA1-9F0ADCEA1E5A}"/>
                </a:ext>
              </a:extLst>
            </p:cNvPr>
            <p:cNvSpPr/>
            <p:nvPr/>
          </p:nvSpPr>
          <p:spPr>
            <a:xfrm>
              <a:off x="4179743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146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63BC06D-EDA9-57E5-6AA7-E5C7B1E7EBBF}"/>
                </a:ext>
              </a:extLst>
            </p:cNvPr>
            <p:cNvSpPr/>
            <p:nvPr/>
          </p:nvSpPr>
          <p:spPr>
            <a:xfrm>
              <a:off x="2725696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142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D22F74F-AFAE-529F-E4E9-61F25C4EA28B}"/>
                </a:ext>
              </a:extLst>
            </p:cNvPr>
            <p:cNvSpPr/>
            <p:nvPr/>
          </p:nvSpPr>
          <p:spPr>
            <a:xfrm>
              <a:off x="3089208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143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42B8BBC-0CD2-8D33-D16B-B4594B4FB960}"/>
                </a:ext>
              </a:extLst>
            </p:cNvPr>
            <p:cNvSpPr/>
            <p:nvPr/>
          </p:nvSpPr>
          <p:spPr>
            <a:xfrm>
              <a:off x="3452720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144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C6BFD79-1578-B898-B7AF-3D38B2AD102B}"/>
                </a:ext>
              </a:extLst>
            </p:cNvPr>
            <p:cNvSpPr/>
            <p:nvPr/>
          </p:nvSpPr>
          <p:spPr>
            <a:xfrm>
              <a:off x="3816232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145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1C43C71-0916-A15A-D1DC-720864D0C170}"/>
                </a:ext>
              </a:extLst>
            </p:cNvPr>
            <p:cNvSpPr/>
            <p:nvPr/>
          </p:nvSpPr>
          <p:spPr>
            <a:xfrm>
              <a:off x="2362184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155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6A489A8-3088-62B1-A06C-816B801BFB1D}"/>
                </a:ext>
              </a:extLst>
            </p:cNvPr>
            <p:cNvSpPr/>
            <p:nvPr/>
          </p:nvSpPr>
          <p:spPr>
            <a:xfrm>
              <a:off x="4179743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160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3DD1F4F-F768-C76A-3A1F-9435C9D34A8B}"/>
                </a:ext>
              </a:extLst>
            </p:cNvPr>
            <p:cNvSpPr/>
            <p:nvPr/>
          </p:nvSpPr>
          <p:spPr>
            <a:xfrm>
              <a:off x="2725696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156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52E2FC0-A65F-4420-C8EA-CD31AF8258DF}"/>
                </a:ext>
              </a:extLst>
            </p:cNvPr>
            <p:cNvSpPr/>
            <p:nvPr/>
          </p:nvSpPr>
          <p:spPr>
            <a:xfrm>
              <a:off x="3089208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157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DE43012-7FD4-31DF-AC1D-B42CAF1C4758}"/>
                </a:ext>
              </a:extLst>
            </p:cNvPr>
            <p:cNvSpPr/>
            <p:nvPr/>
          </p:nvSpPr>
          <p:spPr>
            <a:xfrm>
              <a:off x="3452720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158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FFC82D4-CE80-E932-63EF-6D8A47789A3E}"/>
                </a:ext>
              </a:extLst>
            </p:cNvPr>
            <p:cNvSpPr/>
            <p:nvPr/>
          </p:nvSpPr>
          <p:spPr>
            <a:xfrm>
              <a:off x="3816232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159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5AF1240-A039-0E36-6C4B-8325641A2534}"/>
              </a:ext>
            </a:extLst>
          </p:cNvPr>
          <p:cNvGrpSpPr/>
          <p:nvPr/>
        </p:nvGrpSpPr>
        <p:grpSpPr>
          <a:xfrm>
            <a:off x="5302414" y="3702404"/>
            <a:ext cx="2181070" cy="2144732"/>
            <a:chOff x="2362184" y="1392572"/>
            <a:chExt cx="2181070" cy="2144732"/>
          </a:xfrm>
          <a:solidFill>
            <a:srgbClr val="FFC000"/>
          </a:solidFill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D20CB6C-858E-2F30-06CB-B8ECA8B7369B}"/>
                </a:ext>
              </a:extLst>
            </p:cNvPr>
            <p:cNvSpPr/>
            <p:nvPr/>
          </p:nvSpPr>
          <p:spPr>
            <a:xfrm>
              <a:off x="2365695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91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2C7BB60-A106-8B41-A239-40CB6F517C9D}"/>
                </a:ext>
              </a:extLst>
            </p:cNvPr>
            <p:cNvSpPr/>
            <p:nvPr/>
          </p:nvSpPr>
          <p:spPr>
            <a:xfrm>
              <a:off x="4183254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96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5D2C44B-3FD2-53D7-A0C4-FA3AF7DF316D}"/>
                </a:ext>
              </a:extLst>
            </p:cNvPr>
            <p:cNvSpPr/>
            <p:nvPr/>
          </p:nvSpPr>
          <p:spPr>
            <a:xfrm>
              <a:off x="2729207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92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64F9E7D-267E-617F-9188-D76E88227129}"/>
                </a:ext>
              </a:extLst>
            </p:cNvPr>
            <p:cNvSpPr/>
            <p:nvPr/>
          </p:nvSpPr>
          <p:spPr>
            <a:xfrm>
              <a:off x="3092719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93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912066B-EE59-9766-AC77-97C2232B947D}"/>
                </a:ext>
              </a:extLst>
            </p:cNvPr>
            <p:cNvSpPr/>
            <p:nvPr/>
          </p:nvSpPr>
          <p:spPr>
            <a:xfrm>
              <a:off x="3456231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94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EB82A53-A3AA-A2BC-F925-D4582A12BC92}"/>
                </a:ext>
              </a:extLst>
            </p:cNvPr>
            <p:cNvSpPr/>
            <p:nvPr/>
          </p:nvSpPr>
          <p:spPr>
            <a:xfrm>
              <a:off x="3819743" y="139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95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3F2125F-03A8-BD73-2789-CA91CD8A266B}"/>
                </a:ext>
              </a:extLst>
            </p:cNvPr>
            <p:cNvSpPr/>
            <p:nvPr/>
          </p:nvSpPr>
          <p:spPr>
            <a:xfrm>
              <a:off x="2365695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105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2805865-1B10-0B65-ADF1-1EFFEF056508}"/>
                </a:ext>
              </a:extLst>
            </p:cNvPr>
            <p:cNvSpPr/>
            <p:nvPr/>
          </p:nvSpPr>
          <p:spPr>
            <a:xfrm>
              <a:off x="4183254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110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59F254E-2BA0-13F7-96C3-FD40C5724ABA}"/>
                </a:ext>
              </a:extLst>
            </p:cNvPr>
            <p:cNvSpPr/>
            <p:nvPr/>
          </p:nvSpPr>
          <p:spPr>
            <a:xfrm>
              <a:off x="2729207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106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411B13AC-85F9-D8AB-8D1F-4DF016DFFB84}"/>
                </a:ext>
              </a:extLst>
            </p:cNvPr>
            <p:cNvSpPr/>
            <p:nvPr/>
          </p:nvSpPr>
          <p:spPr>
            <a:xfrm>
              <a:off x="3092719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107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6916C7D-9D9A-7007-D915-B3EAEE77AAA8}"/>
                </a:ext>
              </a:extLst>
            </p:cNvPr>
            <p:cNvSpPr/>
            <p:nvPr/>
          </p:nvSpPr>
          <p:spPr>
            <a:xfrm>
              <a:off x="3456231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108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D9CE0461-CBA8-5F40-2977-230E809C62A6}"/>
                </a:ext>
              </a:extLst>
            </p:cNvPr>
            <p:cNvSpPr/>
            <p:nvPr/>
          </p:nvSpPr>
          <p:spPr>
            <a:xfrm>
              <a:off x="3819743" y="17525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109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93B98AE-27F2-9E4D-AF5B-F06356611F7F}"/>
                </a:ext>
              </a:extLst>
            </p:cNvPr>
            <p:cNvSpPr/>
            <p:nvPr/>
          </p:nvSpPr>
          <p:spPr>
            <a:xfrm>
              <a:off x="2365695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119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26938CF-C271-29D0-F3DD-381986B3E78B}"/>
                </a:ext>
              </a:extLst>
            </p:cNvPr>
            <p:cNvSpPr/>
            <p:nvPr/>
          </p:nvSpPr>
          <p:spPr>
            <a:xfrm>
              <a:off x="4183254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124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8C8F89EF-5DE0-6D44-77B2-B94CD8657E07}"/>
                </a:ext>
              </a:extLst>
            </p:cNvPr>
            <p:cNvSpPr/>
            <p:nvPr/>
          </p:nvSpPr>
          <p:spPr>
            <a:xfrm>
              <a:off x="2729207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120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E0CD115-8A73-1429-070C-CE16B963734A}"/>
                </a:ext>
              </a:extLst>
            </p:cNvPr>
            <p:cNvSpPr/>
            <p:nvPr/>
          </p:nvSpPr>
          <p:spPr>
            <a:xfrm>
              <a:off x="3092719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121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C1D95A4-95B9-4548-3140-BA10DA26C4FA}"/>
                </a:ext>
              </a:extLst>
            </p:cNvPr>
            <p:cNvSpPr/>
            <p:nvPr/>
          </p:nvSpPr>
          <p:spPr>
            <a:xfrm>
              <a:off x="3456231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122</a:t>
              </a: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92A8373A-87CD-DC05-EBB8-5D6F2E86BA78}"/>
                </a:ext>
              </a:extLst>
            </p:cNvPr>
            <p:cNvSpPr/>
            <p:nvPr/>
          </p:nvSpPr>
          <p:spPr>
            <a:xfrm>
              <a:off x="3819743" y="209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123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0AF286A-3E25-37B1-B215-F0A2E7E21887}"/>
                </a:ext>
              </a:extLst>
            </p:cNvPr>
            <p:cNvSpPr/>
            <p:nvPr/>
          </p:nvSpPr>
          <p:spPr>
            <a:xfrm>
              <a:off x="2365695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133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6E5CD8E-7D0D-5E35-DAE3-C07062D20ACE}"/>
                </a:ext>
              </a:extLst>
            </p:cNvPr>
            <p:cNvSpPr/>
            <p:nvPr/>
          </p:nvSpPr>
          <p:spPr>
            <a:xfrm>
              <a:off x="4183254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138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7219BB0A-BF44-00F8-5DAD-39A8022E3A76}"/>
                </a:ext>
              </a:extLst>
            </p:cNvPr>
            <p:cNvSpPr/>
            <p:nvPr/>
          </p:nvSpPr>
          <p:spPr>
            <a:xfrm>
              <a:off x="2729207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134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44D70EB5-5CEF-5FE3-DA65-8B022E66EE20}"/>
                </a:ext>
              </a:extLst>
            </p:cNvPr>
            <p:cNvSpPr/>
            <p:nvPr/>
          </p:nvSpPr>
          <p:spPr>
            <a:xfrm>
              <a:off x="3092719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135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8BD59681-CB35-7894-0D2E-37339B81835E}"/>
                </a:ext>
              </a:extLst>
            </p:cNvPr>
            <p:cNvSpPr/>
            <p:nvPr/>
          </p:nvSpPr>
          <p:spPr>
            <a:xfrm>
              <a:off x="3456231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136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5AD32E44-4B89-18A5-6235-09237D7BA1D1}"/>
                </a:ext>
              </a:extLst>
            </p:cNvPr>
            <p:cNvSpPr/>
            <p:nvPr/>
          </p:nvSpPr>
          <p:spPr>
            <a:xfrm>
              <a:off x="3819743" y="245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137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609C6DC0-1CDC-E229-1DD3-C96AAA39A7AD}"/>
                </a:ext>
              </a:extLst>
            </p:cNvPr>
            <p:cNvSpPr/>
            <p:nvPr/>
          </p:nvSpPr>
          <p:spPr>
            <a:xfrm>
              <a:off x="2362184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147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9DFECBE-5887-56C6-D58C-E683E75BD574}"/>
                </a:ext>
              </a:extLst>
            </p:cNvPr>
            <p:cNvSpPr/>
            <p:nvPr/>
          </p:nvSpPr>
          <p:spPr>
            <a:xfrm>
              <a:off x="4179743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152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B9275E37-67B7-97C7-CFCE-E90F1F51C2A3}"/>
                </a:ext>
              </a:extLst>
            </p:cNvPr>
            <p:cNvSpPr/>
            <p:nvPr/>
          </p:nvSpPr>
          <p:spPr>
            <a:xfrm>
              <a:off x="2725696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148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CE585ED3-6F2B-0EEB-C357-536AF5A965E5}"/>
                </a:ext>
              </a:extLst>
            </p:cNvPr>
            <p:cNvSpPr/>
            <p:nvPr/>
          </p:nvSpPr>
          <p:spPr>
            <a:xfrm>
              <a:off x="3089208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149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C5D02A0D-3CFA-8A86-F36C-F8322F3A1E18}"/>
                </a:ext>
              </a:extLst>
            </p:cNvPr>
            <p:cNvSpPr/>
            <p:nvPr/>
          </p:nvSpPr>
          <p:spPr>
            <a:xfrm>
              <a:off x="3452720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150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885C36A7-8C12-A1CB-9DD3-06D2050AE367}"/>
                </a:ext>
              </a:extLst>
            </p:cNvPr>
            <p:cNvSpPr/>
            <p:nvPr/>
          </p:nvSpPr>
          <p:spPr>
            <a:xfrm>
              <a:off x="3816232" y="281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151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EEDFDC69-13C9-7E79-FF48-A868D204571A}"/>
                </a:ext>
              </a:extLst>
            </p:cNvPr>
            <p:cNvSpPr/>
            <p:nvPr/>
          </p:nvSpPr>
          <p:spPr>
            <a:xfrm>
              <a:off x="2362184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161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7C5D3C27-9A07-323D-F432-B320B68F5E35}"/>
                </a:ext>
              </a:extLst>
            </p:cNvPr>
            <p:cNvSpPr/>
            <p:nvPr/>
          </p:nvSpPr>
          <p:spPr>
            <a:xfrm>
              <a:off x="4179743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166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C3E3189-E61F-FFB4-DD3D-D60B28C9FBE8}"/>
                </a:ext>
              </a:extLst>
            </p:cNvPr>
            <p:cNvSpPr/>
            <p:nvPr/>
          </p:nvSpPr>
          <p:spPr>
            <a:xfrm>
              <a:off x="2725696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162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1EAADFC-731F-3DDC-C7C1-30159F3F8BDE}"/>
                </a:ext>
              </a:extLst>
            </p:cNvPr>
            <p:cNvSpPr/>
            <p:nvPr/>
          </p:nvSpPr>
          <p:spPr>
            <a:xfrm>
              <a:off x="3089208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163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1911CDC3-7BCD-4788-C1BC-B91680EC807D}"/>
                </a:ext>
              </a:extLst>
            </p:cNvPr>
            <p:cNvSpPr/>
            <p:nvPr/>
          </p:nvSpPr>
          <p:spPr>
            <a:xfrm>
              <a:off x="3452720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164</a:t>
              </a: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4FFD69BC-6C74-6115-F512-D2B7BA0CD7C3}"/>
                </a:ext>
              </a:extLst>
            </p:cNvPr>
            <p:cNvSpPr/>
            <p:nvPr/>
          </p:nvSpPr>
          <p:spPr>
            <a:xfrm>
              <a:off x="3816232" y="3177304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165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4BD2ED5C-D101-7372-EE86-6E84643991D0}"/>
              </a:ext>
            </a:extLst>
          </p:cNvPr>
          <p:cNvGrpSpPr/>
          <p:nvPr/>
        </p:nvGrpSpPr>
        <p:grpSpPr>
          <a:xfrm>
            <a:off x="7964303" y="1318752"/>
            <a:ext cx="723511" cy="2144732"/>
            <a:chOff x="6731344" y="1392572"/>
            <a:chExt cx="723511" cy="2144732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FA4AC98-9AB3-910A-0440-F21425F88E4D}"/>
                </a:ext>
              </a:extLst>
            </p:cNvPr>
            <p:cNvGrpSpPr/>
            <p:nvPr/>
          </p:nvGrpSpPr>
          <p:grpSpPr>
            <a:xfrm>
              <a:off x="6731344" y="1392572"/>
              <a:ext cx="363511" cy="2144732"/>
              <a:chOff x="6923124" y="1392572"/>
              <a:chExt cx="363511" cy="2144732"/>
            </a:xfrm>
            <a:solidFill>
              <a:srgbClr val="7030A0"/>
            </a:solidFill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4656D695-AEE6-2024-A812-AE029B9B3BEF}"/>
                  </a:ext>
                </a:extLst>
              </p:cNvPr>
              <p:cNvSpPr/>
              <p:nvPr/>
            </p:nvSpPr>
            <p:spPr>
              <a:xfrm>
                <a:off x="6926635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13</a:t>
                </a: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E04B7B2B-C788-9042-F592-28FA2E44BECA}"/>
                  </a:ext>
                </a:extLst>
              </p:cNvPr>
              <p:cNvSpPr/>
              <p:nvPr/>
            </p:nvSpPr>
            <p:spPr>
              <a:xfrm>
                <a:off x="6926635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27</a:t>
                </a: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DDB2890D-0FE6-B8DE-9649-333B9FEE74AB}"/>
                  </a:ext>
                </a:extLst>
              </p:cNvPr>
              <p:cNvSpPr/>
              <p:nvPr/>
            </p:nvSpPr>
            <p:spPr>
              <a:xfrm>
                <a:off x="6926635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41</a:t>
                </a: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D82FD8A3-3A94-8008-7AAB-43F848FBB427}"/>
                  </a:ext>
                </a:extLst>
              </p:cNvPr>
              <p:cNvSpPr/>
              <p:nvPr/>
            </p:nvSpPr>
            <p:spPr>
              <a:xfrm>
                <a:off x="6926635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55</a:t>
                </a: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B1591036-3135-1026-763D-2CDD0CDA5626}"/>
                  </a:ext>
                </a:extLst>
              </p:cNvPr>
              <p:cNvSpPr/>
              <p:nvPr/>
            </p:nvSpPr>
            <p:spPr>
              <a:xfrm>
                <a:off x="6923124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69</a:t>
                </a: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02B00A05-6A0A-DC12-CCD4-4B3B1D47C5C3}"/>
                  </a:ext>
                </a:extLst>
              </p:cNvPr>
              <p:cNvSpPr/>
              <p:nvPr/>
            </p:nvSpPr>
            <p:spPr>
              <a:xfrm>
                <a:off x="6923124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83</a:t>
                </a:r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9E87CC47-944A-390F-942A-E45AA6EB512E}"/>
                </a:ext>
              </a:extLst>
            </p:cNvPr>
            <p:cNvGrpSpPr/>
            <p:nvPr/>
          </p:nvGrpSpPr>
          <p:grpSpPr>
            <a:xfrm>
              <a:off x="7091344" y="1392572"/>
              <a:ext cx="363511" cy="2144732"/>
              <a:chOff x="6923124" y="1392572"/>
              <a:chExt cx="363511" cy="2144732"/>
            </a:xfrm>
            <a:solidFill>
              <a:srgbClr val="7030A0"/>
            </a:solidFill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F67FECF9-A172-AF67-E428-C8A8F68CBBE2}"/>
                  </a:ext>
                </a:extLst>
              </p:cNvPr>
              <p:cNvSpPr/>
              <p:nvPr/>
            </p:nvSpPr>
            <p:spPr>
              <a:xfrm>
                <a:off x="6926635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14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000216D-6B31-9B5E-5F81-2B3D1100DB70}"/>
                  </a:ext>
                </a:extLst>
              </p:cNvPr>
              <p:cNvSpPr/>
              <p:nvPr/>
            </p:nvSpPr>
            <p:spPr>
              <a:xfrm>
                <a:off x="6926635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28</a:t>
                </a: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FCE3E1E9-7435-02EF-9698-7D41D01A4736}"/>
                  </a:ext>
                </a:extLst>
              </p:cNvPr>
              <p:cNvSpPr/>
              <p:nvPr/>
            </p:nvSpPr>
            <p:spPr>
              <a:xfrm>
                <a:off x="6926635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42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9186B5A2-090D-BE04-6D94-064ECE93CD82}"/>
                  </a:ext>
                </a:extLst>
              </p:cNvPr>
              <p:cNvSpPr/>
              <p:nvPr/>
            </p:nvSpPr>
            <p:spPr>
              <a:xfrm>
                <a:off x="6926635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56</a:t>
                </a: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B3904293-770F-8293-C76F-F9AC5A5DBCBC}"/>
                  </a:ext>
                </a:extLst>
              </p:cNvPr>
              <p:cNvSpPr/>
              <p:nvPr/>
            </p:nvSpPr>
            <p:spPr>
              <a:xfrm>
                <a:off x="6923124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70</a:t>
                </a: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0E9E2EED-29C9-39FB-1100-E8394CE66FE1}"/>
                  </a:ext>
                </a:extLst>
              </p:cNvPr>
              <p:cNvSpPr/>
              <p:nvPr/>
            </p:nvSpPr>
            <p:spPr>
              <a:xfrm>
                <a:off x="6923124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84</a:t>
                </a:r>
              </a:p>
            </p:txBody>
          </p:sp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D45E7853-64B2-5DC2-81AD-4D713E19FD43}"/>
              </a:ext>
            </a:extLst>
          </p:cNvPr>
          <p:cNvGrpSpPr/>
          <p:nvPr/>
        </p:nvGrpSpPr>
        <p:grpSpPr>
          <a:xfrm>
            <a:off x="7976595" y="3678854"/>
            <a:ext cx="723511" cy="2144732"/>
            <a:chOff x="6731344" y="1392572"/>
            <a:chExt cx="723511" cy="2144732"/>
          </a:xfrm>
          <a:solidFill>
            <a:srgbClr val="0070C0"/>
          </a:solidFill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DC35CAA9-1B90-6BBF-CBF9-C1575B43D87D}"/>
                </a:ext>
              </a:extLst>
            </p:cNvPr>
            <p:cNvGrpSpPr/>
            <p:nvPr/>
          </p:nvGrpSpPr>
          <p:grpSpPr>
            <a:xfrm>
              <a:off x="6731344" y="1392572"/>
              <a:ext cx="363511" cy="2144732"/>
              <a:chOff x="6923124" y="1392572"/>
              <a:chExt cx="363511" cy="2144732"/>
            </a:xfrm>
            <a:grpFill/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F693014E-277B-988C-6F2D-B2CD49FD2C2F}"/>
                  </a:ext>
                </a:extLst>
              </p:cNvPr>
              <p:cNvSpPr/>
              <p:nvPr/>
            </p:nvSpPr>
            <p:spPr>
              <a:xfrm>
                <a:off x="6926635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97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97DBA6CC-1FCB-263D-D721-646A50C163C0}"/>
                  </a:ext>
                </a:extLst>
              </p:cNvPr>
              <p:cNvSpPr/>
              <p:nvPr/>
            </p:nvSpPr>
            <p:spPr>
              <a:xfrm>
                <a:off x="6926635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111</a:t>
                </a: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E2060F88-7F4E-B0F0-CF98-99C771E5CEB9}"/>
                  </a:ext>
                </a:extLst>
              </p:cNvPr>
              <p:cNvSpPr/>
              <p:nvPr/>
            </p:nvSpPr>
            <p:spPr>
              <a:xfrm>
                <a:off x="6926635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125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18C44374-94B2-2057-0F9D-DD377E9E2767}"/>
                  </a:ext>
                </a:extLst>
              </p:cNvPr>
              <p:cNvSpPr/>
              <p:nvPr/>
            </p:nvSpPr>
            <p:spPr>
              <a:xfrm>
                <a:off x="6926635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139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6007851E-7F5C-B682-5960-83D7F75D4F0F}"/>
                  </a:ext>
                </a:extLst>
              </p:cNvPr>
              <p:cNvSpPr/>
              <p:nvPr/>
            </p:nvSpPr>
            <p:spPr>
              <a:xfrm>
                <a:off x="6923124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153</a:t>
                </a: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0EAFCC66-B0DB-22FD-B00E-C955FC26F1C4}"/>
                  </a:ext>
                </a:extLst>
              </p:cNvPr>
              <p:cNvSpPr/>
              <p:nvPr/>
            </p:nvSpPr>
            <p:spPr>
              <a:xfrm>
                <a:off x="6923124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167</a:t>
                </a:r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5B8EA208-EA0C-C5EE-C5F3-BB647F7E3156}"/>
                </a:ext>
              </a:extLst>
            </p:cNvPr>
            <p:cNvGrpSpPr/>
            <p:nvPr/>
          </p:nvGrpSpPr>
          <p:grpSpPr>
            <a:xfrm>
              <a:off x="7091344" y="1392572"/>
              <a:ext cx="363511" cy="2144732"/>
              <a:chOff x="6923124" y="1392572"/>
              <a:chExt cx="363511" cy="2144732"/>
            </a:xfrm>
            <a:grpFill/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3D6FE33A-6AA8-6312-8988-8D7C24CCCB11}"/>
                  </a:ext>
                </a:extLst>
              </p:cNvPr>
              <p:cNvSpPr/>
              <p:nvPr/>
            </p:nvSpPr>
            <p:spPr>
              <a:xfrm>
                <a:off x="6926635" y="139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98</a:t>
                </a: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A1FAEEE9-FF57-52B3-C3BC-B2AABA83FFF6}"/>
                  </a:ext>
                </a:extLst>
              </p:cNvPr>
              <p:cNvSpPr/>
              <p:nvPr/>
            </p:nvSpPr>
            <p:spPr>
              <a:xfrm>
                <a:off x="6926635" y="1752572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112</a:t>
                </a: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9ABF7EF3-800C-A97C-037A-9C9A2A7A6DE6}"/>
                  </a:ext>
                </a:extLst>
              </p:cNvPr>
              <p:cNvSpPr/>
              <p:nvPr/>
            </p:nvSpPr>
            <p:spPr>
              <a:xfrm>
                <a:off x="6926635" y="209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126</a:t>
                </a: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C975EA72-E542-85D8-E4C9-FEE85FF5A481}"/>
                  </a:ext>
                </a:extLst>
              </p:cNvPr>
              <p:cNvSpPr/>
              <p:nvPr/>
            </p:nvSpPr>
            <p:spPr>
              <a:xfrm>
                <a:off x="6926635" y="245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140</a:t>
                </a: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A472D473-1C6B-3D54-10D4-579A8E4B9A12}"/>
                  </a:ext>
                </a:extLst>
              </p:cNvPr>
              <p:cNvSpPr/>
              <p:nvPr/>
            </p:nvSpPr>
            <p:spPr>
              <a:xfrm>
                <a:off x="6923124" y="281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154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D7425ABE-CB61-C22E-E7DD-4FFCED735FC5}"/>
                  </a:ext>
                </a:extLst>
              </p:cNvPr>
              <p:cNvSpPr/>
              <p:nvPr/>
            </p:nvSpPr>
            <p:spPr>
              <a:xfrm>
                <a:off x="6923124" y="3177304"/>
                <a:ext cx="360000" cy="360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/>
                  <a:t>168</a:t>
                </a:r>
              </a:p>
            </p:txBody>
          </p:sp>
        </p:grp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932A13E2-0991-4D78-7A2C-6EA3CD1E10B9}"/>
              </a:ext>
            </a:extLst>
          </p:cNvPr>
          <p:cNvGrpSpPr/>
          <p:nvPr/>
        </p:nvGrpSpPr>
        <p:grpSpPr>
          <a:xfrm>
            <a:off x="2702564" y="6073076"/>
            <a:ext cx="2177559" cy="360000"/>
            <a:chOff x="2358672" y="5687172"/>
            <a:chExt cx="2177559" cy="360000"/>
          </a:xfrm>
        </p:grpSpPr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F6DF3588-804C-550F-E303-D03DF01AAC45}"/>
                </a:ext>
              </a:extLst>
            </p:cNvPr>
            <p:cNvSpPr/>
            <p:nvPr/>
          </p:nvSpPr>
          <p:spPr>
            <a:xfrm>
              <a:off x="2358672" y="5687172"/>
              <a:ext cx="360000" cy="36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169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8CB1A741-834F-7553-A2B2-6BA7A9F9C1F8}"/>
                </a:ext>
              </a:extLst>
            </p:cNvPr>
            <p:cNvSpPr/>
            <p:nvPr/>
          </p:nvSpPr>
          <p:spPr>
            <a:xfrm>
              <a:off x="4176231" y="5687172"/>
              <a:ext cx="360000" cy="36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174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10321C0-AF3C-A642-9671-E3360E1C8EE3}"/>
                </a:ext>
              </a:extLst>
            </p:cNvPr>
            <p:cNvSpPr/>
            <p:nvPr/>
          </p:nvSpPr>
          <p:spPr>
            <a:xfrm>
              <a:off x="2722184" y="5687172"/>
              <a:ext cx="360000" cy="36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170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987CE158-354C-ED5D-3C40-0BD20344D98F}"/>
                </a:ext>
              </a:extLst>
            </p:cNvPr>
            <p:cNvSpPr/>
            <p:nvPr/>
          </p:nvSpPr>
          <p:spPr>
            <a:xfrm>
              <a:off x="3085696" y="5687172"/>
              <a:ext cx="360000" cy="36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171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E5E0D8D7-922B-6961-3AD3-B9848B917FD6}"/>
                </a:ext>
              </a:extLst>
            </p:cNvPr>
            <p:cNvSpPr/>
            <p:nvPr/>
          </p:nvSpPr>
          <p:spPr>
            <a:xfrm>
              <a:off x="3449208" y="5687172"/>
              <a:ext cx="360000" cy="36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172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C17F7A59-6173-6FFE-F047-3AAEE518EF98}"/>
                </a:ext>
              </a:extLst>
            </p:cNvPr>
            <p:cNvSpPr/>
            <p:nvPr/>
          </p:nvSpPr>
          <p:spPr>
            <a:xfrm>
              <a:off x="3812720" y="5687172"/>
              <a:ext cx="360000" cy="36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173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568D18C-96A1-DCDC-4961-5D5384C99526}"/>
              </a:ext>
            </a:extLst>
          </p:cNvPr>
          <p:cNvGrpSpPr/>
          <p:nvPr/>
        </p:nvGrpSpPr>
        <p:grpSpPr>
          <a:xfrm>
            <a:off x="5356983" y="6065357"/>
            <a:ext cx="2177559" cy="360000"/>
            <a:chOff x="2358672" y="5687172"/>
            <a:chExt cx="2177559" cy="360000"/>
          </a:xfrm>
          <a:solidFill>
            <a:srgbClr val="FF0000"/>
          </a:solidFill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BFB1046-EB21-728E-CE39-A1217FD9992D}"/>
                </a:ext>
              </a:extLst>
            </p:cNvPr>
            <p:cNvSpPr/>
            <p:nvPr/>
          </p:nvSpPr>
          <p:spPr>
            <a:xfrm>
              <a:off x="2358672" y="56871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175</a:t>
              </a: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13B17517-342E-55FD-A85C-D5C80D5DD9EA}"/>
                </a:ext>
              </a:extLst>
            </p:cNvPr>
            <p:cNvSpPr/>
            <p:nvPr/>
          </p:nvSpPr>
          <p:spPr>
            <a:xfrm>
              <a:off x="4176231" y="56871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180</a:t>
              </a: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D2AAE5CD-51A9-B9BB-DD66-708DF2307AC6}"/>
                </a:ext>
              </a:extLst>
            </p:cNvPr>
            <p:cNvSpPr/>
            <p:nvPr/>
          </p:nvSpPr>
          <p:spPr>
            <a:xfrm>
              <a:off x="2722184" y="56871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176</a:t>
              </a: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AABF89EB-FA9E-E7A8-0BF5-1AB2466C0A18}"/>
                </a:ext>
              </a:extLst>
            </p:cNvPr>
            <p:cNvSpPr/>
            <p:nvPr/>
          </p:nvSpPr>
          <p:spPr>
            <a:xfrm>
              <a:off x="3085696" y="56871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177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FDA772D5-4D6C-F119-AE91-F55EFBE0A343}"/>
                </a:ext>
              </a:extLst>
            </p:cNvPr>
            <p:cNvSpPr/>
            <p:nvPr/>
          </p:nvSpPr>
          <p:spPr>
            <a:xfrm>
              <a:off x="3449208" y="56871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178</a:t>
              </a: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A7F8C2F4-4F3B-3D0D-1568-B265D3E75C1E}"/>
                </a:ext>
              </a:extLst>
            </p:cNvPr>
            <p:cNvSpPr/>
            <p:nvPr/>
          </p:nvSpPr>
          <p:spPr>
            <a:xfrm>
              <a:off x="3812720" y="5687172"/>
              <a:ext cx="360000" cy="360000"/>
            </a:xfrm>
            <a:prstGeom prst="rect">
              <a:avLst/>
            </a:pr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179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3BC7725-7769-ED93-4B74-3EE15C87D26C}"/>
              </a:ext>
            </a:extLst>
          </p:cNvPr>
          <p:cNvGrpSpPr/>
          <p:nvPr/>
        </p:nvGrpSpPr>
        <p:grpSpPr>
          <a:xfrm>
            <a:off x="7964303" y="6122789"/>
            <a:ext cx="720000" cy="360000"/>
            <a:chOff x="7479973" y="5847136"/>
            <a:chExt cx="720000" cy="360000"/>
          </a:xfrm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5D954412-B96A-7EB9-A300-5AB84C4FA1AA}"/>
                </a:ext>
              </a:extLst>
            </p:cNvPr>
            <p:cNvSpPr/>
            <p:nvPr/>
          </p:nvSpPr>
          <p:spPr>
            <a:xfrm>
              <a:off x="7479973" y="5847136"/>
              <a:ext cx="3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181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15CDF685-5643-BA92-424D-3F423DFD5406}"/>
                </a:ext>
              </a:extLst>
            </p:cNvPr>
            <p:cNvSpPr/>
            <p:nvPr/>
          </p:nvSpPr>
          <p:spPr>
            <a:xfrm>
              <a:off x="7839973" y="5847136"/>
              <a:ext cx="360000" cy="360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182</a:t>
              </a:r>
            </a:p>
          </p:txBody>
        </p:sp>
      </p:grpSp>
      <p:sp>
        <p:nvSpPr>
          <p:cNvPr id="216" name="TextBox 215">
            <a:extLst>
              <a:ext uri="{FF2B5EF4-FFF2-40B4-BE49-F238E27FC236}">
                <a16:creationId xmlns:a16="http://schemas.microsoft.com/office/drawing/2014/main" id="{825CAF58-171C-4B6F-F246-D6E166D7C283}"/>
              </a:ext>
            </a:extLst>
          </p:cNvPr>
          <p:cNvSpPr txBox="1"/>
          <p:nvPr/>
        </p:nvSpPr>
        <p:spPr>
          <a:xfrm>
            <a:off x="2162057" y="1037434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(0,0)</a:t>
            </a: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15C3A92C-15D1-C686-149B-C662520EC079}"/>
              </a:ext>
            </a:extLst>
          </p:cNvPr>
          <p:cNvSpPr/>
          <p:nvPr/>
        </p:nvSpPr>
        <p:spPr>
          <a:xfrm>
            <a:off x="2591324" y="1274849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850D45D7-499A-3BF6-B317-7D81827FB632}"/>
              </a:ext>
            </a:extLst>
          </p:cNvPr>
          <p:cNvSpPr/>
          <p:nvPr/>
        </p:nvSpPr>
        <p:spPr>
          <a:xfrm>
            <a:off x="5288528" y="1326399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9D82ECE-73E7-C03D-61DB-635687A7F6A2}"/>
              </a:ext>
            </a:extLst>
          </p:cNvPr>
          <p:cNvSpPr txBox="1"/>
          <p:nvPr/>
        </p:nvSpPr>
        <p:spPr>
          <a:xfrm>
            <a:off x="4895752" y="1078448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(6,0)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81FAC93B-164E-9EA8-BC79-F02E583897D3}"/>
              </a:ext>
            </a:extLst>
          </p:cNvPr>
          <p:cNvSpPr/>
          <p:nvPr/>
        </p:nvSpPr>
        <p:spPr>
          <a:xfrm>
            <a:off x="7919182" y="1277404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1376261-C96D-1E77-38D3-35090823B9C7}"/>
              </a:ext>
            </a:extLst>
          </p:cNvPr>
          <p:cNvSpPr txBox="1"/>
          <p:nvPr/>
        </p:nvSpPr>
        <p:spPr>
          <a:xfrm>
            <a:off x="7461521" y="1024884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(12,0)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ABBA0359-0601-39E5-94B2-EDBAC821CF40}"/>
              </a:ext>
            </a:extLst>
          </p:cNvPr>
          <p:cNvSpPr/>
          <p:nvPr/>
        </p:nvSpPr>
        <p:spPr>
          <a:xfrm>
            <a:off x="2591323" y="3634097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5026978D-C8B8-F451-D949-0916963AAC4F}"/>
              </a:ext>
            </a:extLst>
          </p:cNvPr>
          <p:cNvSpPr/>
          <p:nvPr/>
        </p:nvSpPr>
        <p:spPr>
          <a:xfrm>
            <a:off x="2664464" y="6026592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D8F7BE0-EEAC-887C-4652-A8E41684D9D2}"/>
              </a:ext>
            </a:extLst>
          </p:cNvPr>
          <p:cNvSpPr txBox="1"/>
          <p:nvPr/>
        </p:nvSpPr>
        <p:spPr>
          <a:xfrm>
            <a:off x="2129936" y="3451026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(0,6)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72F8CCF-B16D-052B-C988-C34C9C1D9EAB}"/>
              </a:ext>
            </a:extLst>
          </p:cNvPr>
          <p:cNvSpPr txBox="1"/>
          <p:nvPr/>
        </p:nvSpPr>
        <p:spPr>
          <a:xfrm>
            <a:off x="2146293" y="5818626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(0,12)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D66CC805-EE36-C5E2-83DF-0D916BB0B9F3}"/>
              </a:ext>
            </a:extLst>
          </p:cNvPr>
          <p:cNvSpPr txBox="1"/>
          <p:nvPr/>
        </p:nvSpPr>
        <p:spPr>
          <a:xfrm>
            <a:off x="3475201" y="1898502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7B4DFB50-275F-5A2A-BD00-D56849D601E2}"/>
              </a:ext>
            </a:extLst>
          </p:cNvPr>
          <p:cNvSpPr txBox="1"/>
          <p:nvPr/>
        </p:nvSpPr>
        <p:spPr>
          <a:xfrm>
            <a:off x="6123980" y="1949344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067B55B7-8000-2E77-713E-8C6C99EF14CC}"/>
              </a:ext>
            </a:extLst>
          </p:cNvPr>
          <p:cNvSpPr txBox="1"/>
          <p:nvPr/>
        </p:nvSpPr>
        <p:spPr>
          <a:xfrm>
            <a:off x="8071137" y="2006935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82AA916-6764-4E6F-7944-54B4F6262BDB}"/>
              </a:ext>
            </a:extLst>
          </p:cNvPr>
          <p:cNvSpPr txBox="1"/>
          <p:nvPr/>
        </p:nvSpPr>
        <p:spPr>
          <a:xfrm>
            <a:off x="3455213" y="4317371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C8E93DFF-E9BC-6750-754A-B48048226301}"/>
              </a:ext>
            </a:extLst>
          </p:cNvPr>
          <p:cNvSpPr txBox="1"/>
          <p:nvPr/>
        </p:nvSpPr>
        <p:spPr>
          <a:xfrm>
            <a:off x="6158904" y="4196361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8A6D0A1-8B26-E8B7-D53E-90F75F2ECC67}"/>
              </a:ext>
            </a:extLst>
          </p:cNvPr>
          <p:cNvSpPr txBox="1"/>
          <p:nvPr/>
        </p:nvSpPr>
        <p:spPr>
          <a:xfrm>
            <a:off x="8078159" y="4109555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B07888F-5C6F-6775-77F8-E4F1518434C3}"/>
              </a:ext>
            </a:extLst>
          </p:cNvPr>
          <p:cNvSpPr txBox="1"/>
          <p:nvPr/>
        </p:nvSpPr>
        <p:spPr>
          <a:xfrm>
            <a:off x="3531154" y="5791411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7BD16BD-BBE3-CE53-16F8-6530F3F2ED4A}"/>
              </a:ext>
            </a:extLst>
          </p:cNvPr>
          <p:cNvSpPr txBox="1"/>
          <p:nvPr/>
        </p:nvSpPr>
        <p:spPr>
          <a:xfrm>
            <a:off x="6168943" y="5730203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43390297-FB4F-3E51-EE17-CCF8DFF3E1CB}"/>
              </a:ext>
            </a:extLst>
          </p:cNvPr>
          <p:cNvSpPr txBox="1"/>
          <p:nvPr/>
        </p:nvSpPr>
        <p:spPr>
          <a:xfrm>
            <a:off x="8702088" y="5919677"/>
            <a:ext cx="5309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D66DD2F-98AF-6B15-23F0-591D4B5512B0}"/>
              </a:ext>
            </a:extLst>
          </p:cNvPr>
          <p:cNvSpPr/>
          <p:nvPr/>
        </p:nvSpPr>
        <p:spPr>
          <a:xfrm>
            <a:off x="5275246" y="3664437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17923D-BE75-1687-0A9B-30AAFB273B06}"/>
              </a:ext>
            </a:extLst>
          </p:cNvPr>
          <p:cNvSpPr/>
          <p:nvPr/>
        </p:nvSpPr>
        <p:spPr>
          <a:xfrm>
            <a:off x="7954334" y="3652637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061A0EC-4E05-9E81-8A03-616F5E834FE8}"/>
              </a:ext>
            </a:extLst>
          </p:cNvPr>
          <p:cNvSpPr/>
          <p:nvPr/>
        </p:nvSpPr>
        <p:spPr>
          <a:xfrm>
            <a:off x="7926203" y="6098221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37D26A-1FFC-F969-FD75-1F0F358B2829}"/>
              </a:ext>
            </a:extLst>
          </p:cNvPr>
          <p:cNvSpPr/>
          <p:nvPr/>
        </p:nvSpPr>
        <p:spPr>
          <a:xfrm>
            <a:off x="5318883" y="6029028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2C6BA7-C945-35F3-17D8-683045C7290F}"/>
              </a:ext>
            </a:extLst>
          </p:cNvPr>
          <p:cNvSpPr txBox="1"/>
          <p:nvPr/>
        </p:nvSpPr>
        <p:spPr>
          <a:xfrm>
            <a:off x="4823887" y="3453391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(6,6)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825231-290E-D88A-5392-9C2D36679E28}"/>
              </a:ext>
            </a:extLst>
          </p:cNvPr>
          <p:cNvSpPr txBox="1"/>
          <p:nvPr/>
        </p:nvSpPr>
        <p:spPr>
          <a:xfrm>
            <a:off x="7545663" y="3415211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(12,6)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9659B6-409E-FB90-3BB3-F0A354DAD2CA}"/>
              </a:ext>
            </a:extLst>
          </p:cNvPr>
          <p:cNvSpPr txBox="1"/>
          <p:nvPr/>
        </p:nvSpPr>
        <p:spPr>
          <a:xfrm>
            <a:off x="4809815" y="5809818"/>
            <a:ext cx="617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(12,6)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4B69C0-50E6-ADE6-2126-E450B4AF87A5}"/>
              </a:ext>
            </a:extLst>
          </p:cNvPr>
          <p:cNvSpPr txBox="1"/>
          <p:nvPr/>
        </p:nvSpPr>
        <p:spPr>
          <a:xfrm>
            <a:off x="7469419" y="5838717"/>
            <a:ext cx="7072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(12,12)</a:t>
            </a:r>
          </a:p>
        </p:txBody>
      </p:sp>
    </p:spTree>
    <p:extLst>
      <p:ext uri="{BB962C8B-B14F-4D97-AF65-F5344CB8AC3E}">
        <p14:creationId xmlns:p14="http://schemas.microsoft.com/office/powerpoint/2010/main" val="3990072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54C400E-F21D-C375-4C3D-B08CD81516FA}"/>
              </a:ext>
            </a:extLst>
          </p:cNvPr>
          <p:cNvGrpSpPr/>
          <p:nvPr/>
        </p:nvGrpSpPr>
        <p:grpSpPr>
          <a:xfrm>
            <a:off x="2314951" y="1022357"/>
            <a:ext cx="1045008" cy="1041115"/>
            <a:chOff x="2314951" y="1022357"/>
            <a:chExt cx="1045008" cy="10411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35FD64-FA34-0061-13DE-327C8770F4F4}"/>
                </a:ext>
              </a:extLst>
            </p:cNvPr>
            <p:cNvSpPr/>
            <p:nvPr/>
          </p:nvSpPr>
          <p:spPr>
            <a:xfrm>
              <a:off x="2636447" y="1326399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39D4312-C8FF-0184-2B48-CF3EBD8DA0F5}"/>
                </a:ext>
              </a:extLst>
            </p:cNvPr>
            <p:cNvSpPr/>
            <p:nvPr/>
          </p:nvSpPr>
          <p:spPr>
            <a:xfrm>
              <a:off x="2999959" y="1326399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6EABA5D-F1C2-CE43-E5BB-4843C2D8A201}"/>
                </a:ext>
              </a:extLst>
            </p:cNvPr>
            <p:cNvSpPr/>
            <p:nvPr/>
          </p:nvSpPr>
          <p:spPr>
            <a:xfrm>
              <a:off x="2636447" y="1686399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6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160065B-6DF4-EC52-20F8-5CDEABA8EEF5}"/>
                </a:ext>
              </a:extLst>
            </p:cNvPr>
            <p:cNvSpPr/>
            <p:nvPr/>
          </p:nvSpPr>
          <p:spPr>
            <a:xfrm>
              <a:off x="2999959" y="1686399"/>
              <a:ext cx="360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825CAF58-171C-4B6F-F246-D6E166D7C283}"/>
                </a:ext>
              </a:extLst>
            </p:cNvPr>
            <p:cNvSpPr txBox="1"/>
            <p:nvPr/>
          </p:nvSpPr>
          <p:spPr>
            <a:xfrm>
              <a:off x="2314951" y="1022357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(0, 0)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5C3A92C-15D1-C686-149B-C662520EC079}"/>
                </a:ext>
              </a:extLst>
            </p:cNvPr>
            <p:cNvSpPr/>
            <p:nvPr/>
          </p:nvSpPr>
          <p:spPr>
            <a:xfrm>
              <a:off x="2591324" y="1274849"/>
              <a:ext cx="76200" cy="82696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D66CC805-EE36-C5E2-83DF-0D916BB0B9F3}"/>
                </a:ext>
              </a:extLst>
            </p:cNvPr>
            <p:cNvSpPr txBox="1"/>
            <p:nvPr/>
          </p:nvSpPr>
          <p:spPr>
            <a:xfrm>
              <a:off x="2763050" y="1294031"/>
              <a:ext cx="4667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0E419A5-4577-C98D-EF83-0E925BD72B3F}"/>
              </a:ext>
            </a:extLst>
          </p:cNvPr>
          <p:cNvGrpSpPr/>
          <p:nvPr/>
        </p:nvGrpSpPr>
        <p:grpSpPr>
          <a:xfrm>
            <a:off x="2304850" y="1941946"/>
            <a:ext cx="1055109" cy="786400"/>
            <a:chOff x="2308361" y="3255128"/>
            <a:chExt cx="1055109" cy="786400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1907324-993B-735C-054F-87500210EEFF}"/>
                </a:ext>
              </a:extLst>
            </p:cNvPr>
            <p:cNvSpPr/>
            <p:nvPr/>
          </p:nvSpPr>
          <p:spPr>
            <a:xfrm>
              <a:off x="2639958" y="3681528"/>
              <a:ext cx="360000" cy="360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11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745B787-8FD1-E7F5-4934-EFBAD509FE4C}"/>
                </a:ext>
              </a:extLst>
            </p:cNvPr>
            <p:cNvSpPr/>
            <p:nvPr/>
          </p:nvSpPr>
          <p:spPr>
            <a:xfrm>
              <a:off x="3003470" y="3681528"/>
              <a:ext cx="360000" cy="360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12</a:t>
              </a: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ABBA0359-0601-39E5-94B2-EDBAC821CF40}"/>
                </a:ext>
              </a:extLst>
            </p:cNvPr>
            <p:cNvSpPr/>
            <p:nvPr/>
          </p:nvSpPr>
          <p:spPr>
            <a:xfrm>
              <a:off x="2591323" y="3634097"/>
              <a:ext cx="76200" cy="82696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5D8F7BE0-EEAC-887C-4652-A8E41684D9D2}"/>
                </a:ext>
              </a:extLst>
            </p:cNvPr>
            <p:cNvSpPr txBox="1"/>
            <p:nvPr/>
          </p:nvSpPr>
          <p:spPr>
            <a:xfrm>
              <a:off x="2308361" y="3392834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(0, 2)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482AA916-6764-4E6F-7944-54B4F6262BDB}"/>
                </a:ext>
              </a:extLst>
            </p:cNvPr>
            <p:cNvSpPr txBox="1"/>
            <p:nvPr/>
          </p:nvSpPr>
          <p:spPr>
            <a:xfrm>
              <a:off x="2758634" y="3255128"/>
              <a:ext cx="4667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840CD89-6FED-89EA-5DEF-DEE2C51C4A08}"/>
              </a:ext>
            </a:extLst>
          </p:cNvPr>
          <p:cNvGrpSpPr/>
          <p:nvPr/>
        </p:nvGrpSpPr>
        <p:grpSpPr>
          <a:xfrm>
            <a:off x="3422083" y="1026705"/>
            <a:ext cx="1015293" cy="1036767"/>
            <a:chOff x="5019628" y="1061182"/>
            <a:chExt cx="1015293" cy="1036767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100A4EC-6C6F-83D6-0F6C-ACFAC459DE99}"/>
                </a:ext>
              </a:extLst>
            </p:cNvPr>
            <p:cNvSpPr/>
            <p:nvPr/>
          </p:nvSpPr>
          <p:spPr>
            <a:xfrm>
              <a:off x="5311409" y="1377949"/>
              <a:ext cx="360000" cy="36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A92A369-4539-E91E-49B9-41D8E18BE131}"/>
                </a:ext>
              </a:extLst>
            </p:cNvPr>
            <p:cNvSpPr/>
            <p:nvPr/>
          </p:nvSpPr>
          <p:spPr>
            <a:xfrm>
              <a:off x="5674921" y="1377949"/>
              <a:ext cx="360000" cy="36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4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87A9644-D1DB-6033-3BB5-D9CF7C8ECB82}"/>
                </a:ext>
              </a:extLst>
            </p:cNvPr>
            <p:cNvSpPr/>
            <p:nvPr/>
          </p:nvSpPr>
          <p:spPr>
            <a:xfrm>
              <a:off x="5311409" y="1737949"/>
              <a:ext cx="360000" cy="36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8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0BD455D-6124-47E4-09CB-71E274EBD3CC}"/>
                </a:ext>
              </a:extLst>
            </p:cNvPr>
            <p:cNvSpPr/>
            <p:nvPr/>
          </p:nvSpPr>
          <p:spPr>
            <a:xfrm>
              <a:off x="5674921" y="1737949"/>
              <a:ext cx="360000" cy="36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9</a:t>
              </a: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50D45D7-499A-3BF6-B317-7D81827FB632}"/>
                </a:ext>
              </a:extLst>
            </p:cNvPr>
            <p:cNvSpPr/>
            <p:nvPr/>
          </p:nvSpPr>
          <p:spPr>
            <a:xfrm>
              <a:off x="5288528" y="1326399"/>
              <a:ext cx="76200" cy="82696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19D82ECE-73E7-C03D-61DB-635687A7F6A2}"/>
                </a:ext>
              </a:extLst>
            </p:cNvPr>
            <p:cNvSpPr txBox="1"/>
            <p:nvPr/>
          </p:nvSpPr>
          <p:spPr>
            <a:xfrm>
              <a:off x="5019628" y="1061182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(2, 0)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DF50C8-01F3-3299-50CA-E4AC179D26A9}"/>
                </a:ext>
              </a:extLst>
            </p:cNvPr>
            <p:cNvSpPr txBox="1"/>
            <p:nvPr/>
          </p:nvSpPr>
          <p:spPr>
            <a:xfrm>
              <a:off x="5455712" y="1328508"/>
              <a:ext cx="4667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CBFC0A8-AA59-03F7-F5A2-5066E5E364C0}"/>
              </a:ext>
            </a:extLst>
          </p:cNvPr>
          <p:cNvGrpSpPr/>
          <p:nvPr/>
        </p:nvGrpSpPr>
        <p:grpSpPr>
          <a:xfrm>
            <a:off x="4472378" y="1032371"/>
            <a:ext cx="961552" cy="1031101"/>
            <a:chOff x="7632885" y="1007651"/>
            <a:chExt cx="961552" cy="1031101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4656D695-AEE6-2024-A812-AE029B9B3BEF}"/>
                </a:ext>
              </a:extLst>
            </p:cNvPr>
            <p:cNvSpPr/>
            <p:nvPr/>
          </p:nvSpPr>
          <p:spPr>
            <a:xfrm>
              <a:off x="7967814" y="1318752"/>
              <a:ext cx="360000" cy="3600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5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E04B7B2B-C788-9042-F592-28FA2E44BECA}"/>
                </a:ext>
              </a:extLst>
            </p:cNvPr>
            <p:cNvSpPr/>
            <p:nvPr/>
          </p:nvSpPr>
          <p:spPr>
            <a:xfrm>
              <a:off x="7967814" y="1678752"/>
              <a:ext cx="360000" cy="3600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10</a:t>
              </a: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81FAC93B-164E-9EA8-BC79-F02E583897D3}"/>
                </a:ext>
              </a:extLst>
            </p:cNvPr>
            <p:cNvSpPr/>
            <p:nvPr/>
          </p:nvSpPr>
          <p:spPr>
            <a:xfrm>
              <a:off x="7919182" y="1277404"/>
              <a:ext cx="76200" cy="82696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E1376261-C96D-1E77-38D3-35090823B9C7}"/>
                </a:ext>
              </a:extLst>
            </p:cNvPr>
            <p:cNvSpPr txBox="1"/>
            <p:nvPr/>
          </p:nvSpPr>
          <p:spPr>
            <a:xfrm>
              <a:off x="7632885" y="1007651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(4, 0)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C574F3-C9B5-6406-118D-854315B750A6}"/>
                </a:ext>
              </a:extLst>
            </p:cNvPr>
            <p:cNvSpPr txBox="1"/>
            <p:nvPr/>
          </p:nvSpPr>
          <p:spPr>
            <a:xfrm>
              <a:off x="8127643" y="1260999"/>
              <a:ext cx="4667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97791455-3411-64CE-9E4A-9D2D2D80005C}"/>
              </a:ext>
            </a:extLst>
          </p:cNvPr>
          <p:cNvGrpSpPr/>
          <p:nvPr/>
        </p:nvGrpSpPr>
        <p:grpSpPr>
          <a:xfrm>
            <a:off x="3366741" y="1899809"/>
            <a:ext cx="1070635" cy="842211"/>
            <a:chOff x="4958802" y="3220193"/>
            <a:chExt cx="1070635" cy="842211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D20CB6C-858E-2F30-06CB-B8ECA8B7369B}"/>
                </a:ext>
              </a:extLst>
            </p:cNvPr>
            <p:cNvSpPr/>
            <p:nvPr/>
          </p:nvSpPr>
          <p:spPr>
            <a:xfrm>
              <a:off x="5305925" y="3702404"/>
              <a:ext cx="360000" cy="360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13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5D2C44B-3FD2-53D7-A0C4-FA3AF7DF316D}"/>
                </a:ext>
              </a:extLst>
            </p:cNvPr>
            <p:cNvSpPr/>
            <p:nvPr/>
          </p:nvSpPr>
          <p:spPr>
            <a:xfrm>
              <a:off x="5669437" y="3702404"/>
              <a:ext cx="360000" cy="3600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14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D66DD2F-98AF-6B15-23F0-591D4B5512B0}"/>
                </a:ext>
              </a:extLst>
            </p:cNvPr>
            <p:cNvSpPr/>
            <p:nvPr/>
          </p:nvSpPr>
          <p:spPr>
            <a:xfrm>
              <a:off x="5275246" y="3664437"/>
              <a:ext cx="76200" cy="82696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2C6BA7-C945-35F3-17D8-683045C7290F}"/>
                </a:ext>
              </a:extLst>
            </p:cNvPr>
            <p:cNvSpPr txBox="1"/>
            <p:nvPr/>
          </p:nvSpPr>
          <p:spPr>
            <a:xfrm>
              <a:off x="4958802" y="3418069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(2, 2)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E44DC3D8-B0AE-5277-CC82-39D51E42C58B}"/>
                </a:ext>
              </a:extLst>
            </p:cNvPr>
            <p:cNvSpPr txBox="1"/>
            <p:nvPr/>
          </p:nvSpPr>
          <p:spPr>
            <a:xfrm>
              <a:off x="5441524" y="3220193"/>
              <a:ext cx="4667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F4E69B08-12E8-8446-BC0C-22F6254C1C11}"/>
              </a:ext>
            </a:extLst>
          </p:cNvPr>
          <p:cNvGrpSpPr/>
          <p:nvPr/>
        </p:nvGrpSpPr>
        <p:grpSpPr>
          <a:xfrm>
            <a:off x="4434092" y="1851877"/>
            <a:ext cx="997865" cy="890143"/>
            <a:chOff x="7668037" y="3148711"/>
            <a:chExt cx="997865" cy="890143"/>
          </a:xfrm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F693014E-277B-988C-6F2D-B2CD49FD2C2F}"/>
                </a:ext>
              </a:extLst>
            </p:cNvPr>
            <p:cNvSpPr/>
            <p:nvPr/>
          </p:nvSpPr>
          <p:spPr>
            <a:xfrm>
              <a:off x="7980106" y="3678854"/>
              <a:ext cx="360000" cy="360000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15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D17923D-BE75-1687-0A9B-30AAFB273B06}"/>
                </a:ext>
              </a:extLst>
            </p:cNvPr>
            <p:cNvSpPr/>
            <p:nvPr/>
          </p:nvSpPr>
          <p:spPr>
            <a:xfrm>
              <a:off x="7954334" y="3652637"/>
              <a:ext cx="76200" cy="82696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825231-290E-D88A-5392-9C2D36679E28}"/>
                </a:ext>
              </a:extLst>
            </p:cNvPr>
            <p:cNvSpPr txBox="1"/>
            <p:nvPr/>
          </p:nvSpPr>
          <p:spPr>
            <a:xfrm>
              <a:off x="7668037" y="3379544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(4, 2)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660011C-CBF9-DA6A-8191-1DAC3A1AFB13}"/>
                </a:ext>
              </a:extLst>
            </p:cNvPr>
            <p:cNvSpPr txBox="1"/>
            <p:nvPr/>
          </p:nvSpPr>
          <p:spPr>
            <a:xfrm>
              <a:off x="8199108" y="3148711"/>
              <a:ext cx="4667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</p:grpSp>
      <p:sp>
        <p:nvSpPr>
          <p:cNvPr id="237" name="Rectangle 236">
            <a:extLst>
              <a:ext uri="{FF2B5EF4-FFF2-40B4-BE49-F238E27FC236}">
                <a16:creationId xmlns:a16="http://schemas.microsoft.com/office/drawing/2014/main" id="{87FCCA98-C1F2-72A8-D343-87DF822B555B}"/>
              </a:ext>
            </a:extLst>
          </p:cNvPr>
          <p:cNvSpPr/>
          <p:nvPr/>
        </p:nvSpPr>
        <p:spPr>
          <a:xfrm>
            <a:off x="6461343" y="1360612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E41C770D-DFCC-6791-6575-3F56C516A5A4}"/>
              </a:ext>
            </a:extLst>
          </p:cNvPr>
          <p:cNvSpPr/>
          <p:nvPr/>
        </p:nvSpPr>
        <p:spPr>
          <a:xfrm>
            <a:off x="6824855" y="1360612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E7965280-4627-438B-347E-C1639C93AFB0}"/>
              </a:ext>
            </a:extLst>
          </p:cNvPr>
          <p:cNvSpPr/>
          <p:nvPr/>
        </p:nvSpPr>
        <p:spPr>
          <a:xfrm>
            <a:off x="6461343" y="1720612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6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442C2BD8-A026-0559-9D0E-C64F7DCA0B34}"/>
              </a:ext>
            </a:extLst>
          </p:cNvPr>
          <p:cNvSpPr/>
          <p:nvPr/>
        </p:nvSpPr>
        <p:spPr>
          <a:xfrm>
            <a:off x="6824855" y="1720612"/>
            <a:ext cx="360000" cy="36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A92DB708-E58D-3CC7-73FA-BAF6B19EC281}"/>
              </a:ext>
            </a:extLst>
          </p:cNvPr>
          <p:cNvSpPr txBox="1"/>
          <p:nvPr/>
        </p:nvSpPr>
        <p:spPr>
          <a:xfrm>
            <a:off x="6139847" y="1056570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(0, 0)</a:t>
            </a: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0CC2298D-64A8-E7DC-A5F0-B1254C6FF4C7}"/>
              </a:ext>
            </a:extLst>
          </p:cNvPr>
          <p:cNvSpPr/>
          <p:nvPr/>
        </p:nvSpPr>
        <p:spPr>
          <a:xfrm>
            <a:off x="6416220" y="1309062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3945D951-68CB-9A6E-B24F-882C6A53BD1D}"/>
              </a:ext>
            </a:extLst>
          </p:cNvPr>
          <p:cNvSpPr txBox="1"/>
          <p:nvPr/>
        </p:nvSpPr>
        <p:spPr>
          <a:xfrm>
            <a:off x="6587946" y="1328244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54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7C323490-2494-6FD2-B839-8BC42D371856}"/>
              </a:ext>
            </a:extLst>
          </p:cNvPr>
          <p:cNvSpPr/>
          <p:nvPr/>
        </p:nvSpPr>
        <p:spPr>
          <a:xfrm>
            <a:off x="6461343" y="2402559"/>
            <a:ext cx="3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11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673B53F1-4296-1521-2B40-A4A7C87F631C}"/>
              </a:ext>
            </a:extLst>
          </p:cNvPr>
          <p:cNvSpPr/>
          <p:nvPr/>
        </p:nvSpPr>
        <p:spPr>
          <a:xfrm>
            <a:off x="6824855" y="2402559"/>
            <a:ext cx="360000" cy="36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12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78F96CCD-F4E9-BE2D-4C0C-D555448B4025}"/>
              </a:ext>
            </a:extLst>
          </p:cNvPr>
          <p:cNvSpPr/>
          <p:nvPr/>
        </p:nvSpPr>
        <p:spPr>
          <a:xfrm>
            <a:off x="6412708" y="2355128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96250C35-B373-D300-ECFC-1A3EC5FCF6BC}"/>
              </a:ext>
            </a:extLst>
          </p:cNvPr>
          <p:cNvSpPr txBox="1"/>
          <p:nvPr/>
        </p:nvSpPr>
        <p:spPr>
          <a:xfrm>
            <a:off x="6129746" y="2113865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(0, 2)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2C29F598-20D9-82EC-5483-E3E25D1C4ABB}"/>
              </a:ext>
            </a:extLst>
          </p:cNvPr>
          <p:cNvSpPr txBox="1"/>
          <p:nvPr/>
        </p:nvSpPr>
        <p:spPr>
          <a:xfrm>
            <a:off x="6580019" y="1976159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F82559DA-3D62-D12E-483A-750121A766D8}"/>
              </a:ext>
            </a:extLst>
          </p:cNvPr>
          <p:cNvSpPr/>
          <p:nvPr/>
        </p:nvSpPr>
        <p:spPr>
          <a:xfrm>
            <a:off x="7538760" y="1377685"/>
            <a:ext cx="360000" cy="36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AC43CFC8-BC29-BAA4-70D0-42C33B8FAB6E}"/>
              </a:ext>
            </a:extLst>
          </p:cNvPr>
          <p:cNvSpPr/>
          <p:nvPr/>
        </p:nvSpPr>
        <p:spPr>
          <a:xfrm>
            <a:off x="7902272" y="1377685"/>
            <a:ext cx="360000" cy="36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A670AC81-72F5-0C9C-F5DB-155A7B0F5FCA}"/>
              </a:ext>
            </a:extLst>
          </p:cNvPr>
          <p:cNvSpPr/>
          <p:nvPr/>
        </p:nvSpPr>
        <p:spPr>
          <a:xfrm>
            <a:off x="7538760" y="1737685"/>
            <a:ext cx="360000" cy="36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8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B322B867-0431-23BF-341E-891634B03715}"/>
              </a:ext>
            </a:extLst>
          </p:cNvPr>
          <p:cNvSpPr/>
          <p:nvPr/>
        </p:nvSpPr>
        <p:spPr>
          <a:xfrm>
            <a:off x="7902272" y="1737685"/>
            <a:ext cx="360000" cy="36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9</a:t>
            </a: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BDAF04E3-BAFC-5B4A-0F43-7240488D65A2}"/>
              </a:ext>
            </a:extLst>
          </p:cNvPr>
          <p:cNvSpPr/>
          <p:nvPr/>
        </p:nvSpPr>
        <p:spPr>
          <a:xfrm>
            <a:off x="7515879" y="1326135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AC5E4CF4-572A-4FB0-BBC9-F2067ED438CD}"/>
              </a:ext>
            </a:extLst>
          </p:cNvPr>
          <p:cNvSpPr txBox="1"/>
          <p:nvPr/>
        </p:nvSpPr>
        <p:spPr>
          <a:xfrm>
            <a:off x="7246979" y="1060918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(2, 0)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FA78A569-730D-E6C9-27DD-5DDD28910157}"/>
              </a:ext>
            </a:extLst>
          </p:cNvPr>
          <p:cNvSpPr txBox="1"/>
          <p:nvPr/>
        </p:nvSpPr>
        <p:spPr>
          <a:xfrm>
            <a:off x="7683063" y="1328244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54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5ADD0DD8-3958-C8BE-A838-D1F4878AAF1E}"/>
              </a:ext>
            </a:extLst>
          </p:cNvPr>
          <p:cNvSpPr/>
          <p:nvPr/>
        </p:nvSpPr>
        <p:spPr>
          <a:xfrm>
            <a:off x="8632203" y="1377685"/>
            <a:ext cx="360000" cy="360000"/>
          </a:xfrm>
          <a:prstGeom prst="rect">
            <a:avLst/>
          </a:prstGeom>
          <a:solidFill>
            <a:srgbClr val="7030A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5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F1ABDE90-0E09-125C-DE05-44B4AC2A91BD}"/>
              </a:ext>
            </a:extLst>
          </p:cNvPr>
          <p:cNvSpPr/>
          <p:nvPr/>
        </p:nvSpPr>
        <p:spPr>
          <a:xfrm>
            <a:off x="8632203" y="1737685"/>
            <a:ext cx="360000" cy="360000"/>
          </a:xfrm>
          <a:prstGeom prst="rect">
            <a:avLst/>
          </a:prstGeom>
          <a:solidFill>
            <a:srgbClr val="7030A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</a:t>
            </a: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CBE486AC-5B40-4BA9-48DE-4F81901581AE}"/>
              </a:ext>
            </a:extLst>
          </p:cNvPr>
          <p:cNvSpPr/>
          <p:nvPr/>
        </p:nvSpPr>
        <p:spPr>
          <a:xfrm>
            <a:off x="8583571" y="1336337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4171F889-89F0-F075-4923-9D7E5CDAE168}"/>
              </a:ext>
            </a:extLst>
          </p:cNvPr>
          <p:cNvSpPr txBox="1"/>
          <p:nvPr/>
        </p:nvSpPr>
        <p:spPr>
          <a:xfrm>
            <a:off x="8297274" y="1066584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(4, 0)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6EDEFC9-F28B-6F68-6C80-E835A6A05B3F}"/>
              </a:ext>
            </a:extLst>
          </p:cNvPr>
          <p:cNvSpPr txBox="1"/>
          <p:nvPr/>
        </p:nvSpPr>
        <p:spPr>
          <a:xfrm>
            <a:off x="8792032" y="1319932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5400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0BA7AE60-9B3D-7336-E3FD-C07C3D603A93}"/>
              </a:ext>
            </a:extLst>
          </p:cNvPr>
          <p:cNvSpPr/>
          <p:nvPr/>
        </p:nvSpPr>
        <p:spPr>
          <a:xfrm>
            <a:off x="7538760" y="2416233"/>
            <a:ext cx="360000" cy="360000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E2980F2-3CD7-2EAA-872A-EDE84D204D59}"/>
              </a:ext>
            </a:extLst>
          </p:cNvPr>
          <p:cNvSpPr/>
          <p:nvPr/>
        </p:nvSpPr>
        <p:spPr>
          <a:xfrm>
            <a:off x="7902272" y="2416233"/>
            <a:ext cx="360000" cy="360000"/>
          </a:xfrm>
          <a:prstGeom prst="rect">
            <a:avLst/>
          </a:prstGeom>
          <a:solidFill>
            <a:srgbClr val="FFC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825B121D-713D-F1CC-0974-B8BBE2C9F45C}"/>
              </a:ext>
            </a:extLst>
          </p:cNvPr>
          <p:cNvSpPr/>
          <p:nvPr/>
        </p:nvSpPr>
        <p:spPr>
          <a:xfrm>
            <a:off x="7508081" y="2378266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B1184C7F-BD08-B088-09DB-1F17017EA470}"/>
              </a:ext>
            </a:extLst>
          </p:cNvPr>
          <p:cNvSpPr txBox="1"/>
          <p:nvPr/>
        </p:nvSpPr>
        <p:spPr>
          <a:xfrm>
            <a:off x="7191637" y="2131898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(2, 2)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37DB0C6-5997-F70C-1BC0-8F8EB5FC5D9E}"/>
              </a:ext>
            </a:extLst>
          </p:cNvPr>
          <p:cNvSpPr txBox="1"/>
          <p:nvPr/>
        </p:nvSpPr>
        <p:spPr>
          <a:xfrm>
            <a:off x="7674359" y="1934022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18B9FC6F-527D-D56A-837B-DA411610FF59}"/>
              </a:ext>
            </a:extLst>
          </p:cNvPr>
          <p:cNvSpPr/>
          <p:nvPr/>
        </p:nvSpPr>
        <p:spPr>
          <a:xfrm>
            <a:off x="8571057" y="2416233"/>
            <a:ext cx="360000" cy="360000"/>
          </a:xfrm>
          <a:prstGeom prst="rect">
            <a:avLst/>
          </a:prstGeom>
          <a:solidFill>
            <a:srgbClr val="0070C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15</a:t>
            </a: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FCA098E7-9106-BB01-AA79-97A432F34DA9}"/>
              </a:ext>
            </a:extLst>
          </p:cNvPr>
          <p:cNvSpPr/>
          <p:nvPr/>
        </p:nvSpPr>
        <p:spPr>
          <a:xfrm>
            <a:off x="8545285" y="2390016"/>
            <a:ext cx="76200" cy="82696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DDB2F48E-68F8-2AAC-0505-833CF8929734}"/>
              </a:ext>
            </a:extLst>
          </p:cNvPr>
          <p:cNvSpPr txBox="1"/>
          <p:nvPr/>
        </p:nvSpPr>
        <p:spPr>
          <a:xfrm>
            <a:off x="8258988" y="2116923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(4, 2)</a:t>
            </a:r>
          </a:p>
        </p:txBody>
      </p:sp>
    </p:spTree>
    <p:extLst>
      <p:ext uri="{BB962C8B-B14F-4D97-AF65-F5344CB8AC3E}">
        <p14:creationId xmlns:p14="http://schemas.microsoft.com/office/powerpoint/2010/main" val="2603812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95D819-A138-ABE6-09FD-9075401113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8" t="2007" r="3418" b="2765"/>
          <a:stretch/>
        </p:blipFill>
        <p:spPr>
          <a:xfrm>
            <a:off x="3852332" y="1430867"/>
            <a:ext cx="4097867" cy="40822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C7D5F0-ECA6-4820-B26A-DF6C626E7842}"/>
              </a:ext>
            </a:extLst>
          </p:cNvPr>
          <p:cNvSpPr/>
          <p:nvPr/>
        </p:nvSpPr>
        <p:spPr>
          <a:xfrm>
            <a:off x="3852333" y="1430867"/>
            <a:ext cx="4097867" cy="4082290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EA2975-241A-539C-484F-CB856780A16C}"/>
              </a:ext>
            </a:extLst>
          </p:cNvPr>
          <p:cNvSpPr/>
          <p:nvPr/>
        </p:nvSpPr>
        <p:spPr>
          <a:xfrm>
            <a:off x="4445000" y="1998134"/>
            <a:ext cx="1481668" cy="1490133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68BE14-5337-E6A9-B1DE-69EFC21F5D49}"/>
              </a:ext>
            </a:extLst>
          </p:cNvPr>
          <p:cNvCxnSpPr>
            <a:cxnSpLocks/>
          </p:cNvCxnSpPr>
          <p:nvPr/>
        </p:nvCxnSpPr>
        <p:spPr>
          <a:xfrm>
            <a:off x="3175000" y="1998134"/>
            <a:ext cx="1269999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AA73C1-15AE-86F2-839F-BF6553B807DB}"/>
              </a:ext>
            </a:extLst>
          </p:cNvPr>
          <p:cNvCxnSpPr>
            <a:cxnSpLocks/>
          </p:cNvCxnSpPr>
          <p:nvPr/>
        </p:nvCxnSpPr>
        <p:spPr>
          <a:xfrm>
            <a:off x="2540000" y="1430867"/>
            <a:ext cx="1269999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DF7DA1-C534-025F-6F8B-63F020528EF1}"/>
              </a:ext>
            </a:extLst>
          </p:cNvPr>
          <p:cNvSpPr txBox="1"/>
          <p:nvPr/>
        </p:nvSpPr>
        <p:spPr>
          <a:xfrm>
            <a:off x="1331907" y="1813468"/>
            <a:ext cx="1827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Alignment source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FBC299-D877-5E52-3EF2-C832205AE683}"/>
              </a:ext>
            </a:extLst>
          </p:cNvPr>
          <p:cNvSpPr txBox="1"/>
          <p:nvPr/>
        </p:nvSpPr>
        <p:spPr>
          <a:xfrm>
            <a:off x="1138032" y="1246201"/>
            <a:ext cx="142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be aligned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93266B-1157-667A-8306-73CB5E8BE6D5}"/>
              </a:ext>
            </a:extLst>
          </p:cNvPr>
          <p:cNvSpPr txBox="1"/>
          <p:nvPr/>
        </p:nvSpPr>
        <p:spPr>
          <a:xfrm>
            <a:off x="3019288" y="918892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(-0.1, 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64BEA-AC27-5F7A-2A91-0FFD1F3B251B}"/>
              </a:ext>
            </a:extLst>
          </p:cNvPr>
          <p:cNvSpPr txBox="1"/>
          <p:nvPr/>
        </p:nvSpPr>
        <p:spPr>
          <a:xfrm>
            <a:off x="3973707" y="1628802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(0, 0)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98920FB-618A-0052-013B-FDEEB420E13E}"/>
              </a:ext>
            </a:extLst>
          </p:cNvPr>
          <p:cNvCxnSpPr>
            <a:cxnSpLocks/>
          </p:cNvCxnSpPr>
          <p:nvPr/>
        </p:nvCxnSpPr>
        <p:spPr>
          <a:xfrm>
            <a:off x="8258314" y="1430867"/>
            <a:ext cx="0" cy="44564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094FE93-88A9-6E32-6E0B-0D467B44F69A}"/>
              </a:ext>
            </a:extLst>
          </p:cNvPr>
          <p:cNvSpPr txBox="1"/>
          <p:nvPr/>
        </p:nvSpPr>
        <p:spPr>
          <a:xfrm>
            <a:off x="8258313" y="144472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0.07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09A7AB9-86B9-43A4-096E-76731012895C}"/>
              </a:ext>
            </a:extLst>
          </p:cNvPr>
          <p:cNvGrpSpPr/>
          <p:nvPr/>
        </p:nvGrpSpPr>
        <p:grpSpPr>
          <a:xfrm>
            <a:off x="6000425" y="1976199"/>
            <a:ext cx="593432" cy="369332"/>
            <a:chOff x="8362853" y="1561332"/>
            <a:chExt cx="5934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E34F9B2-B4C8-A153-17E3-3EA043197FD8}"/>
                </a:ext>
              </a:extLst>
            </p:cNvPr>
            <p:cNvCxnSpPr>
              <a:cxnSpLocks/>
            </p:cNvCxnSpPr>
            <p:nvPr/>
          </p:nvCxnSpPr>
          <p:spPr>
            <a:xfrm>
              <a:off x="8410714" y="1583267"/>
              <a:ext cx="0" cy="347397"/>
            </a:xfrm>
            <a:prstGeom prst="straightConnector1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C7B36B-236C-854D-E235-89DAA9D16AC7}"/>
                </a:ext>
              </a:extLst>
            </p:cNvPr>
            <p:cNvSpPr txBox="1"/>
            <p:nvPr/>
          </p:nvSpPr>
          <p:spPr>
            <a:xfrm>
              <a:off x="8362853" y="1561332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2546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0DCF834-92CF-1518-B1DB-CE594D96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79" y="1444724"/>
            <a:ext cx="4115374" cy="40963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C7D5F0-ECA6-4820-B26A-DF6C626E7842}"/>
              </a:ext>
            </a:extLst>
          </p:cNvPr>
          <p:cNvSpPr/>
          <p:nvPr/>
        </p:nvSpPr>
        <p:spPr>
          <a:xfrm>
            <a:off x="3852333" y="1430867"/>
            <a:ext cx="4097867" cy="4082290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EA2975-241A-539C-484F-CB856780A16C}"/>
              </a:ext>
            </a:extLst>
          </p:cNvPr>
          <p:cNvSpPr/>
          <p:nvPr/>
        </p:nvSpPr>
        <p:spPr>
          <a:xfrm>
            <a:off x="4445000" y="1998134"/>
            <a:ext cx="1481668" cy="1490133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68BE14-5337-E6A9-B1DE-69EFC21F5D49}"/>
              </a:ext>
            </a:extLst>
          </p:cNvPr>
          <p:cNvCxnSpPr>
            <a:cxnSpLocks/>
          </p:cNvCxnSpPr>
          <p:nvPr/>
        </p:nvCxnSpPr>
        <p:spPr>
          <a:xfrm>
            <a:off x="3175000" y="1998134"/>
            <a:ext cx="1269999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AA73C1-15AE-86F2-839F-BF6553B807DB}"/>
              </a:ext>
            </a:extLst>
          </p:cNvPr>
          <p:cNvCxnSpPr>
            <a:cxnSpLocks/>
          </p:cNvCxnSpPr>
          <p:nvPr/>
        </p:nvCxnSpPr>
        <p:spPr>
          <a:xfrm>
            <a:off x="2540000" y="1430867"/>
            <a:ext cx="1269999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DF7DA1-C534-025F-6F8B-63F020528EF1}"/>
              </a:ext>
            </a:extLst>
          </p:cNvPr>
          <p:cNvSpPr txBox="1"/>
          <p:nvPr/>
        </p:nvSpPr>
        <p:spPr>
          <a:xfrm>
            <a:off x="1331907" y="1813468"/>
            <a:ext cx="1640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Aligned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FBC299-D877-5E52-3EF2-C832205AE683}"/>
              </a:ext>
            </a:extLst>
          </p:cNvPr>
          <p:cNvSpPr txBox="1"/>
          <p:nvPr/>
        </p:nvSpPr>
        <p:spPr>
          <a:xfrm>
            <a:off x="1138032" y="1246201"/>
            <a:ext cx="142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be aligned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93266B-1157-667A-8306-73CB5E8BE6D5}"/>
              </a:ext>
            </a:extLst>
          </p:cNvPr>
          <p:cNvSpPr txBox="1"/>
          <p:nvPr/>
        </p:nvSpPr>
        <p:spPr>
          <a:xfrm>
            <a:off x="3019288" y="918892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(-0.1, 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64BEA-AC27-5F7A-2A91-0FFD1F3B251B}"/>
              </a:ext>
            </a:extLst>
          </p:cNvPr>
          <p:cNvSpPr txBox="1"/>
          <p:nvPr/>
        </p:nvSpPr>
        <p:spPr>
          <a:xfrm>
            <a:off x="3973707" y="1628802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(0, 0)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98920FB-618A-0052-013B-FDEEB420E13E}"/>
              </a:ext>
            </a:extLst>
          </p:cNvPr>
          <p:cNvCxnSpPr>
            <a:cxnSpLocks/>
          </p:cNvCxnSpPr>
          <p:nvPr/>
        </p:nvCxnSpPr>
        <p:spPr>
          <a:xfrm>
            <a:off x="8258314" y="1430867"/>
            <a:ext cx="0" cy="44564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094FE93-88A9-6E32-6E0B-0D467B44F69A}"/>
              </a:ext>
            </a:extLst>
          </p:cNvPr>
          <p:cNvSpPr txBox="1"/>
          <p:nvPr/>
        </p:nvSpPr>
        <p:spPr>
          <a:xfrm>
            <a:off x="8258313" y="144472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0.07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09A7AB9-86B9-43A4-096E-76731012895C}"/>
              </a:ext>
            </a:extLst>
          </p:cNvPr>
          <p:cNvGrpSpPr/>
          <p:nvPr/>
        </p:nvGrpSpPr>
        <p:grpSpPr>
          <a:xfrm>
            <a:off x="6000425" y="1976199"/>
            <a:ext cx="593432" cy="369332"/>
            <a:chOff x="8362853" y="1561332"/>
            <a:chExt cx="593432" cy="3693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E34F9B2-B4C8-A153-17E3-3EA043197FD8}"/>
                </a:ext>
              </a:extLst>
            </p:cNvPr>
            <p:cNvCxnSpPr>
              <a:cxnSpLocks/>
            </p:cNvCxnSpPr>
            <p:nvPr/>
          </p:nvCxnSpPr>
          <p:spPr>
            <a:xfrm>
              <a:off x="8410714" y="1583267"/>
              <a:ext cx="0" cy="347397"/>
            </a:xfrm>
            <a:prstGeom prst="straightConnector1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C7B36B-236C-854D-E235-89DAA9D16AC7}"/>
                </a:ext>
              </a:extLst>
            </p:cNvPr>
            <p:cNvSpPr txBox="1"/>
            <p:nvPr/>
          </p:nvSpPr>
          <p:spPr>
            <a:xfrm>
              <a:off x="8362853" y="1561332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0.05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3451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Widescreen</PresentationFormat>
  <Paragraphs>305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Mostafa Farrag</dc:creator>
  <cp:lastModifiedBy>Mostafa Farrag</cp:lastModifiedBy>
  <cp:revision>52</cp:revision>
  <dcterms:created xsi:type="dcterms:W3CDTF">2023-09-29T18:52:22Z</dcterms:created>
  <dcterms:modified xsi:type="dcterms:W3CDTF">2024-06-30T23:20:31Z</dcterms:modified>
</cp:coreProperties>
</file>